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43.xml" ContentType="application/inkml+xml"/>
  <Override PartName="/ppt/ink/ink44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5" r:id="rId3"/>
    <p:sldId id="287" r:id="rId4"/>
    <p:sldId id="289" r:id="rId5"/>
    <p:sldId id="290" r:id="rId6"/>
    <p:sldId id="288" r:id="rId7"/>
    <p:sldId id="295" r:id="rId8"/>
    <p:sldId id="291" r:id="rId9"/>
    <p:sldId id="297" r:id="rId10"/>
    <p:sldId id="296" r:id="rId11"/>
    <p:sldId id="292" r:id="rId12"/>
    <p:sldId id="284" r:id="rId13"/>
    <p:sldId id="280" r:id="rId14"/>
    <p:sldId id="298" r:id="rId15"/>
    <p:sldId id="293" r:id="rId16"/>
    <p:sldId id="277" r:id="rId17"/>
    <p:sldId id="299" r:id="rId18"/>
    <p:sldId id="300" r:id="rId19"/>
    <p:sldId id="301" r:id="rId20"/>
    <p:sldId id="302" r:id="rId21"/>
    <p:sldId id="303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19" autoAdjust="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44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393F78-7C2C-4804-9571-A1E97EA160D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30B077F-49EE-4874-8974-957C52BD51AA}">
      <dgm:prSet/>
      <dgm:spPr/>
      <dgm:t>
        <a:bodyPr/>
        <a:lstStyle/>
        <a:p>
          <a:pPr rtl="0"/>
          <a:r>
            <a:rPr lang="en-US" b="1" smtClean="0"/>
            <a:t>Quantitative vs. Categorical</a:t>
          </a:r>
          <a:endParaRPr lang="uk-UA"/>
        </a:p>
      </dgm:t>
    </dgm:pt>
    <dgm:pt modelId="{3BC02196-F1C1-4B5F-9B27-75D30D6D5D5D}" type="parTrans" cxnId="{C8B85C60-9C43-4C08-8041-670EB0EE5FC5}">
      <dgm:prSet/>
      <dgm:spPr/>
      <dgm:t>
        <a:bodyPr/>
        <a:lstStyle/>
        <a:p>
          <a:endParaRPr lang="uk-UA"/>
        </a:p>
      </dgm:t>
    </dgm:pt>
    <dgm:pt modelId="{F09E6874-21E0-4AF4-BB40-935CDB4A6E5A}" type="sibTrans" cxnId="{C8B85C60-9C43-4C08-8041-670EB0EE5FC5}">
      <dgm:prSet/>
      <dgm:spPr/>
      <dgm:t>
        <a:bodyPr/>
        <a:lstStyle/>
        <a:p>
          <a:endParaRPr lang="uk-UA"/>
        </a:p>
      </dgm:t>
    </dgm:pt>
    <dgm:pt modelId="{8B189330-A3BD-4ED4-99F5-1DD98C0077AD}">
      <dgm:prSet/>
      <dgm:spPr/>
      <dgm:t>
        <a:bodyPr/>
        <a:lstStyle/>
        <a:p>
          <a:pPr rtl="0"/>
          <a:r>
            <a:rPr lang="en-US" smtClean="0"/>
            <a:t>Quantitative → numerical (discrete, continuous)</a:t>
          </a:r>
          <a:endParaRPr lang="uk-UA"/>
        </a:p>
      </dgm:t>
    </dgm:pt>
    <dgm:pt modelId="{F43FFA3E-9552-469D-B5E2-964DD682D538}" type="parTrans" cxnId="{B6B5E696-E486-4DD5-894A-3FA73A194BD6}">
      <dgm:prSet/>
      <dgm:spPr/>
      <dgm:t>
        <a:bodyPr/>
        <a:lstStyle/>
        <a:p>
          <a:endParaRPr lang="uk-UA"/>
        </a:p>
      </dgm:t>
    </dgm:pt>
    <dgm:pt modelId="{CD2BCAB4-A4C8-406C-8168-A09F7BFCC73F}" type="sibTrans" cxnId="{B6B5E696-E486-4DD5-894A-3FA73A194BD6}">
      <dgm:prSet/>
      <dgm:spPr/>
      <dgm:t>
        <a:bodyPr/>
        <a:lstStyle/>
        <a:p>
          <a:endParaRPr lang="uk-UA"/>
        </a:p>
      </dgm:t>
    </dgm:pt>
    <dgm:pt modelId="{FD7DDCB3-9F7C-47C4-9F51-029B7E5FC5CF}">
      <dgm:prSet/>
      <dgm:spPr/>
      <dgm:t>
        <a:bodyPr/>
        <a:lstStyle/>
        <a:p>
          <a:pPr rtl="0"/>
          <a:r>
            <a:rPr lang="en-US" smtClean="0"/>
            <a:t>Categorical → qualitative (nominal/unordered, ordinal/ordered)</a:t>
          </a:r>
          <a:endParaRPr lang="uk-UA"/>
        </a:p>
      </dgm:t>
    </dgm:pt>
    <dgm:pt modelId="{6134690D-947E-4642-96EE-A0DCD9155764}" type="parTrans" cxnId="{1AF93AC8-3423-423E-8CE4-11C06A5AD1C4}">
      <dgm:prSet/>
      <dgm:spPr/>
      <dgm:t>
        <a:bodyPr/>
        <a:lstStyle/>
        <a:p>
          <a:endParaRPr lang="uk-UA"/>
        </a:p>
      </dgm:t>
    </dgm:pt>
    <dgm:pt modelId="{E598E894-2E20-4B3E-A416-CB718E7FAE3B}" type="sibTrans" cxnId="{1AF93AC8-3423-423E-8CE4-11C06A5AD1C4}">
      <dgm:prSet/>
      <dgm:spPr/>
      <dgm:t>
        <a:bodyPr/>
        <a:lstStyle/>
        <a:p>
          <a:endParaRPr lang="uk-UA"/>
        </a:p>
      </dgm:t>
    </dgm:pt>
    <dgm:pt modelId="{30D99047-06F7-47CD-9DCE-E6BA0896F213}">
      <dgm:prSet/>
      <dgm:spPr/>
      <dgm:t>
        <a:bodyPr/>
        <a:lstStyle/>
        <a:p>
          <a:pPr rtl="0"/>
          <a:r>
            <a:rPr lang="en-US" b="1" smtClean="0"/>
            <a:t>Examples in real data</a:t>
          </a:r>
          <a:endParaRPr lang="uk-UA"/>
        </a:p>
      </dgm:t>
    </dgm:pt>
    <dgm:pt modelId="{BCB4A8F3-9D95-4FB6-AACD-5AA15B648C03}" type="parTrans" cxnId="{9D42FD62-1501-4216-9416-7A539BB4CDFB}">
      <dgm:prSet/>
      <dgm:spPr/>
      <dgm:t>
        <a:bodyPr/>
        <a:lstStyle/>
        <a:p>
          <a:endParaRPr lang="uk-UA"/>
        </a:p>
      </dgm:t>
    </dgm:pt>
    <dgm:pt modelId="{D5B2FE92-3E9E-4A4E-9FE4-752F7AE0C68D}" type="sibTrans" cxnId="{9D42FD62-1501-4216-9416-7A539BB4CDFB}">
      <dgm:prSet/>
      <dgm:spPr/>
      <dgm:t>
        <a:bodyPr/>
        <a:lstStyle/>
        <a:p>
          <a:endParaRPr lang="uk-UA"/>
        </a:p>
      </dgm:t>
    </dgm:pt>
    <dgm:pt modelId="{5D2A771C-A812-4DC7-BF12-DFB6B4098279}">
      <dgm:prSet/>
      <dgm:spPr/>
      <dgm:t>
        <a:bodyPr/>
        <a:lstStyle/>
        <a:p>
          <a:pPr rtl="0"/>
          <a:r>
            <a:rPr lang="en-US" smtClean="0"/>
            <a:t>Discrete → number of children, count of transactions</a:t>
          </a:r>
          <a:endParaRPr lang="uk-UA"/>
        </a:p>
      </dgm:t>
    </dgm:pt>
    <dgm:pt modelId="{13F1C163-EA7D-4CD9-8D82-243B84556E87}" type="parTrans" cxnId="{68ED24AE-5899-4B9E-BE39-3363FEDD8032}">
      <dgm:prSet/>
      <dgm:spPr/>
      <dgm:t>
        <a:bodyPr/>
        <a:lstStyle/>
        <a:p>
          <a:endParaRPr lang="uk-UA"/>
        </a:p>
      </dgm:t>
    </dgm:pt>
    <dgm:pt modelId="{827E2A75-898E-4FFE-BAF3-D4305410A6D8}" type="sibTrans" cxnId="{68ED24AE-5899-4B9E-BE39-3363FEDD8032}">
      <dgm:prSet/>
      <dgm:spPr/>
      <dgm:t>
        <a:bodyPr/>
        <a:lstStyle/>
        <a:p>
          <a:endParaRPr lang="uk-UA"/>
        </a:p>
      </dgm:t>
    </dgm:pt>
    <dgm:pt modelId="{28A3B27D-8BD5-4C21-A820-1A51DDEE0A9C}">
      <dgm:prSet/>
      <dgm:spPr/>
      <dgm:t>
        <a:bodyPr/>
        <a:lstStyle/>
        <a:p>
          <a:pPr rtl="0"/>
          <a:r>
            <a:rPr lang="en-US" smtClean="0"/>
            <a:t>Continuous → height, temperature</a:t>
          </a:r>
          <a:endParaRPr lang="uk-UA"/>
        </a:p>
      </dgm:t>
    </dgm:pt>
    <dgm:pt modelId="{34C588F6-1027-49F1-8FF2-0C84FA826F79}" type="parTrans" cxnId="{2C190440-FC9A-4DC1-9445-E14039615BF6}">
      <dgm:prSet/>
      <dgm:spPr/>
      <dgm:t>
        <a:bodyPr/>
        <a:lstStyle/>
        <a:p>
          <a:endParaRPr lang="uk-UA"/>
        </a:p>
      </dgm:t>
    </dgm:pt>
    <dgm:pt modelId="{9FC896FA-5756-42D8-939F-B0198AA4542A}" type="sibTrans" cxnId="{2C190440-FC9A-4DC1-9445-E14039615BF6}">
      <dgm:prSet/>
      <dgm:spPr/>
      <dgm:t>
        <a:bodyPr/>
        <a:lstStyle/>
        <a:p>
          <a:endParaRPr lang="uk-UA"/>
        </a:p>
      </dgm:t>
    </dgm:pt>
    <dgm:pt modelId="{4AD43277-54BE-4AF9-9C22-A4A983BAC2AE}">
      <dgm:prSet/>
      <dgm:spPr/>
      <dgm:t>
        <a:bodyPr/>
        <a:lstStyle/>
        <a:p>
          <a:pPr rtl="0"/>
          <a:r>
            <a:rPr lang="en-US" smtClean="0"/>
            <a:t>Nominal → country, gender</a:t>
          </a:r>
          <a:endParaRPr lang="uk-UA"/>
        </a:p>
      </dgm:t>
    </dgm:pt>
    <dgm:pt modelId="{0ADF51DE-BCF3-4ED8-8CCB-DDA8212BFD26}" type="parTrans" cxnId="{6EEF88FE-EA65-49B2-A61D-8DB1BD459A27}">
      <dgm:prSet/>
      <dgm:spPr/>
      <dgm:t>
        <a:bodyPr/>
        <a:lstStyle/>
        <a:p>
          <a:endParaRPr lang="uk-UA"/>
        </a:p>
      </dgm:t>
    </dgm:pt>
    <dgm:pt modelId="{6FF77E6F-AD1B-4B7B-84A1-3079DACD6B1A}" type="sibTrans" cxnId="{6EEF88FE-EA65-49B2-A61D-8DB1BD459A27}">
      <dgm:prSet/>
      <dgm:spPr/>
      <dgm:t>
        <a:bodyPr/>
        <a:lstStyle/>
        <a:p>
          <a:endParaRPr lang="uk-UA"/>
        </a:p>
      </dgm:t>
    </dgm:pt>
    <dgm:pt modelId="{A9329D32-170E-450C-A3BC-7035DE08C4F1}">
      <dgm:prSet/>
      <dgm:spPr/>
      <dgm:t>
        <a:bodyPr/>
        <a:lstStyle/>
        <a:p>
          <a:pPr rtl="0"/>
          <a:r>
            <a:rPr lang="en-US" smtClean="0"/>
            <a:t>Ordinal → education level, rating scale (low/medium/high)</a:t>
          </a:r>
          <a:endParaRPr lang="uk-UA"/>
        </a:p>
      </dgm:t>
    </dgm:pt>
    <dgm:pt modelId="{45363FEB-7AF0-459B-B334-50E0CD5395C3}" type="parTrans" cxnId="{573938DD-EB8A-41A8-A123-11B75337AA82}">
      <dgm:prSet/>
      <dgm:spPr/>
      <dgm:t>
        <a:bodyPr/>
        <a:lstStyle/>
        <a:p>
          <a:endParaRPr lang="uk-UA"/>
        </a:p>
      </dgm:t>
    </dgm:pt>
    <dgm:pt modelId="{63DE1CB8-476C-4E6B-97DB-F635A980CF81}" type="sibTrans" cxnId="{573938DD-EB8A-41A8-A123-11B75337AA82}">
      <dgm:prSet/>
      <dgm:spPr/>
      <dgm:t>
        <a:bodyPr/>
        <a:lstStyle/>
        <a:p>
          <a:endParaRPr lang="uk-UA"/>
        </a:p>
      </dgm:t>
    </dgm:pt>
    <dgm:pt modelId="{0449DFB2-C6F7-4071-B325-6142A8B3207F}" type="pres">
      <dgm:prSet presAssocID="{68393F78-7C2C-4804-9571-A1E97EA160D8}" presName="linear" presStyleCnt="0">
        <dgm:presLayoutVars>
          <dgm:animLvl val="lvl"/>
          <dgm:resizeHandles val="exact"/>
        </dgm:presLayoutVars>
      </dgm:prSet>
      <dgm:spPr/>
    </dgm:pt>
    <dgm:pt modelId="{96010282-0035-4A0F-A2D7-1A7FF72EDA7A}" type="pres">
      <dgm:prSet presAssocID="{130B077F-49EE-4874-8974-957C52BD51A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FBAC46B-3D03-4A98-A351-67673FB0879F}" type="pres">
      <dgm:prSet presAssocID="{130B077F-49EE-4874-8974-957C52BD51AA}" presName="childText" presStyleLbl="revTx" presStyleIdx="0" presStyleCnt="2">
        <dgm:presLayoutVars>
          <dgm:bulletEnabled val="1"/>
        </dgm:presLayoutVars>
      </dgm:prSet>
      <dgm:spPr/>
    </dgm:pt>
    <dgm:pt modelId="{B75D27DC-5217-4919-905F-EE34015806D5}" type="pres">
      <dgm:prSet presAssocID="{30D99047-06F7-47CD-9DCE-E6BA0896F21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E52D88C-0288-4405-85CC-9ACF2283EB43}" type="pres">
      <dgm:prSet presAssocID="{30D99047-06F7-47CD-9DCE-E6BA0896F21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6B6781C-0814-47BD-838C-90FD5E76EAFC}" type="presOf" srcId="{FD7DDCB3-9F7C-47C4-9F51-029B7E5FC5CF}" destId="{1FBAC46B-3D03-4A98-A351-67673FB0879F}" srcOrd="0" destOrd="1" presId="urn:microsoft.com/office/officeart/2005/8/layout/vList2"/>
    <dgm:cxn modelId="{8653499D-34CD-4AC7-AEDE-AA7CE733ADBB}" type="presOf" srcId="{A9329D32-170E-450C-A3BC-7035DE08C4F1}" destId="{DE52D88C-0288-4405-85CC-9ACF2283EB43}" srcOrd="0" destOrd="3" presId="urn:microsoft.com/office/officeart/2005/8/layout/vList2"/>
    <dgm:cxn modelId="{C6F5812F-789D-4873-9AD9-C39F6157E771}" type="presOf" srcId="{4AD43277-54BE-4AF9-9C22-A4A983BAC2AE}" destId="{DE52D88C-0288-4405-85CC-9ACF2283EB43}" srcOrd="0" destOrd="2" presId="urn:microsoft.com/office/officeart/2005/8/layout/vList2"/>
    <dgm:cxn modelId="{68ED24AE-5899-4B9E-BE39-3363FEDD8032}" srcId="{30D99047-06F7-47CD-9DCE-E6BA0896F213}" destId="{5D2A771C-A812-4DC7-BF12-DFB6B4098279}" srcOrd="0" destOrd="0" parTransId="{13F1C163-EA7D-4CD9-8D82-243B84556E87}" sibTransId="{827E2A75-898E-4FFE-BAF3-D4305410A6D8}"/>
    <dgm:cxn modelId="{500826B2-0DBD-41A5-8DBC-E606C481F786}" type="presOf" srcId="{30D99047-06F7-47CD-9DCE-E6BA0896F213}" destId="{B75D27DC-5217-4919-905F-EE34015806D5}" srcOrd="0" destOrd="0" presId="urn:microsoft.com/office/officeart/2005/8/layout/vList2"/>
    <dgm:cxn modelId="{895A7420-BCC6-4AE2-9DAF-085AB6E95738}" type="presOf" srcId="{68393F78-7C2C-4804-9571-A1E97EA160D8}" destId="{0449DFB2-C6F7-4071-B325-6142A8B3207F}" srcOrd="0" destOrd="0" presId="urn:microsoft.com/office/officeart/2005/8/layout/vList2"/>
    <dgm:cxn modelId="{1AF93AC8-3423-423E-8CE4-11C06A5AD1C4}" srcId="{130B077F-49EE-4874-8974-957C52BD51AA}" destId="{FD7DDCB3-9F7C-47C4-9F51-029B7E5FC5CF}" srcOrd="1" destOrd="0" parTransId="{6134690D-947E-4642-96EE-A0DCD9155764}" sibTransId="{E598E894-2E20-4B3E-A416-CB718E7FAE3B}"/>
    <dgm:cxn modelId="{E4B67DF1-BD0B-4A81-8F63-83E6F41A0C1D}" type="presOf" srcId="{5D2A771C-A812-4DC7-BF12-DFB6B4098279}" destId="{DE52D88C-0288-4405-85CC-9ACF2283EB43}" srcOrd="0" destOrd="0" presId="urn:microsoft.com/office/officeart/2005/8/layout/vList2"/>
    <dgm:cxn modelId="{6EEF88FE-EA65-49B2-A61D-8DB1BD459A27}" srcId="{30D99047-06F7-47CD-9DCE-E6BA0896F213}" destId="{4AD43277-54BE-4AF9-9C22-A4A983BAC2AE}" srcOrd="2" destOrd="0" parTransId="{0ADF51DE-BCF3-4ED8-8CCB-DDA8212BFD26}" sibTransId="{6FF77E6F-AD1B-4B7B-84A1-3079DACD6B1A}"/>
    <dgm:cxn modelId="{E85B667A-1226-4345-B814-F62A16AD6785}" type="presOf" srcId="{8B189330-A3BD-4ED4-99F5-1DD98C0077AD}" destId="{1FBAC46B-3D03-4A98-A351-67673FB0879F}" srcOrd="0" destOrd="0" presId="urn:microsoft.com/office/officeart/2005/8/layout/vList2"/>
    <dgm:cxn modelId="{2C190440-FC9A-4DC1-9445-E14039615BF6}" srcId="{30D99047-06F7-47CD-9DCE-E6BA0896F213}" destId="{28A3B27D-8BD5-4C21-A820-1A51DDEE0A9C}" srcOrd="1" destOrd="0" parTransId="{34C588F6-1027-49F1-8FF2-0C84FA826F79}" sibTransId="{9FC896FA-5756-42D8-939F-B0198AA4542A}"/>
    <dgm:cxn modelId="{9D42FD62-1501-4216-9416-7A539BB4CDFB}" srcId="{68393F78-7C2C-4804-9571-A1E97EA160D8}" destId="{30D99047-06F7-47CD-9DCE-E6BA0896F213}" srcOrd="1" destOrd="0" parTransId="{BCB4A8F3-9D95-4FB6-AACD-5AA15B648C03}" sibTransId="{D5B2FE92-3E9E-4A4E-9FE4-752F7AE0C68D}"/>
    <dgm:cxn modelId="{573938DD-EB8A-41A8-A123-11B75337AA82}" srcId="{30D99047-06F7-47CD-9DCE-E6BA0896F213}" destId="{A9329D32-170E-450C-A3BC-7035DE08C4F1}" srcOrd="3" destOrd="0" parTransId="{45363FEB-7AF0-459B-B334-50E0CD5395C3}" sibTransId="{63DE1CB8-476C-4E6B-97DB-F635A980CF81}"/>
    <dgm:cxn modelId="{9D644C5A-FE12-4A51-B771-0C311F42660D}" type="presOf" srcId="{130B077F-49EE-4874-8974-957C52BD51AA}" destId="{96010282-0035-4A0F-A2D7-1A7FF72EDA7A}" srcOrd="0" destOrd="0" presId="urn:microsoft.com/office/officeart/2005/8/layout/vList2"/>
    <dgm:cxn modelId="{EC45C694-CC5F-472D-87C4-177C8EEE01C7}" type="presOf" srcId="{28A3B27D-8BD5-4C21-A820-1A51DDEE0A9C}" destId="{DE52D88C-0288-4405-85CC-9ACF2283EB43}" srcOrd="0" destOrd="1" presId="urn:microsoft.com/office/officeart/2005/8/layout/vList2"/>
    <dgm:cxn modelId="{B6B5E696-E486-4DD5-894A-3FA73A194BD6}" srcId="{130B077F-49EE-4874-8974-957C52BD51AA}" destId="{8B189330-A3BD-4ED4-99F5-1DD98C0077AD}" srcOrd="0" destOrd="0" parTransId="{F43FFA3E-9552-469D-B5E2-964DD682D538}" sibTransId="{CD2BCAB4-A4C8-406C-8168-A09F7BFCC73F}"/>
    <dgm:cxn modelId="{C8B85C60-9C43-4C08-8041-670EB0EE5FC5}" srcId="{68393F78-7C2C-4804-9571-A1E97EA160D8}" destId="{130B077F-49EE-4874-8974-957C52BD51AA}" srcOrd="0" destOrd="0" parTransId="{3BC02196-F1C1-4B5F-9B27-75D30D6D5D5D}" sibTransId="{F09E6874-21E0-4AF4-BB40-935CDB4A6E5A}"/>
    <dgm:cxn modelId="{7FCBC4DC-2679-4459-9691-9F42F6AB1553}" type="presParOf" srcId="{0449DFB2-C6F7-4071-B325-6142A8B3207F}" destId="{96010282-0035-4A0F-A2D7-1A7FF72EDA7A}" srcOrd="0" destOrd="0" presId="urn:microsoft.com/office/officeart/2005/8/layout/vList2"/>
    <dgm:cxn modelId="{40209119-AB45-450B-BFE1-97DD0D3E70C5}" type="presParOf" srcId="{0449DFB2-C6F7-4071-B325-6142A8B3207F}" destId="{1FBAC46B-3D03-4A98-A351-67673FB0879F}" srcOrd="1" destOrd="0" presId="urn:microsoft.com/office/officeart/2005/8/layout/vList2"/>
    <dgm:cxn modelId="{9ABAC39E-2788-49AE-80BD-08C232F26BA1}" type="presParOf" srcId="{0449DFB2-C6F7-4071-B325-6142A8B3207F}" destId="{B75D27DC-5217-4919-905F-EE34015806D5}" srcOrd="2" destOrd="0" presId="urn:microsoft.com/office/officeart/2005/8/layout/vList2"/>
    <dgm:cxn modelId="{1F3BB921-1C94-46F2-AFE9-994BC9191407}" type="presParOf" srcId="{0449DFB2-C6F7-4071-B325-6142A8B3207F}" destId="{DE52D88C-0288-4405-85CC-9ACF2283EB4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3E4238-3E6B-4833-A69E-C07BB93ED1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EF8715C-2819-4647-A9B8-1F437FDF4B3E}">
      <dgm:prSet/>
      <dgm:spPr/>
      <dgm:t>
        <a:bodyPr/>
        <a:lstStyle/>
        <a:p>
          <a:pPr rtl="0"/>
          <a:r>
            <a:rPr lang="en-US" b="1" smtClean="0"/>
            <a:t>Quantitative vs. Categorical</a:t>
          </a:r>
          <a:endParaRPr lang="uk-UA"/>
        </a:p>
      </dgm:t>
    </dgm:pt>
    <dgm:pt modelId="{F8632EFB-8C3B-4E51-85D1-0E61D394A6E3}" type="parTrans" cxnId="{E15CAB14-465E-473E-BACE-AA583954BA9C}">
      <dgm:prSet/>
      <dgm:spPr/>
      <dgm:t>
        <a:bodyPr/>
        <a:lstStyle/>
        <a:p>
          <a:endParaRPr lang="uk-UA"/>
        </a:p>
      </dgm:t>
    </dgm:pt>
    <dgm:pt modelId="{A4D52CFA-19AD-4658-8726-5D2360BC98BB}" type="sibTrans" cxnId="{E15CAB14-465E-473E-BACE-AA583954BA9C}">
      <dgm:prSet/>
      <dgm:spPr/>
      <dgm:t>
        <a:bodyPr/>
        <a:lstStyle/>
        <a:p>
          <a:endParaRPr lang="uk-UA"/>
        </a:p>
      </dgm:t>
    </dgm:pt>
    <dgm:pt modelId="{B1FA4310-E7CE-4EF6-A9D9-A647FE67BCF6}">
      <dgm:prSet/>
      <dgm:spPr/>
      <dgm:t>
        <a:bodyPr/>
        <a:lstStyle/>
        <a:p>
          <a:pPr rtl="0"/>
          <a:r>
            <a:rPr lang="en-US" smtClean="0"/>
            <a:t>Quantitative → numerical (discrete, continuous)</a:t>
          </a:r>
          <a:endParaRPr lang="uk-UA"/>
        </a:p>
      </dgm:t>
    </dgm:pt>
    <dgm:pt modelId="{9B46AE05-3F73-4092-8C1F-B1E6DC787A55}" type="parTrans" cxnId="{A16B9845-CF09-4E3B-BAF5-685147B0DFE9}">
      <dgm:prSet/>
      <dgm:spPr/>
      <dgm:t>
        <a:bodyPr/>
        <a:lstStyle/>
        <a:p>
          <a:endParaRPr lang="uk-UA"/>
        </a:p>
      </dgm:t>
    </dgm:pt>
    <dgm:pt modelId="{EACAEEFE-5DB7-450A-8730-E110E23E26EA}" type="sibTrans" cxnId="{A16B9845-CF09-4E3B-BAF5-685147B0DFE9}">
      <dgm:prSet/>
      <dgm:spPr/>
      <dgm:t>
        <a:bodyPr/>
        <a:lstStyle/>
        <a:p>
          <a:endParaRPr lang="uk-UA"/>
        </a:p>
      </dgm:t>
    </dgm:pt>
    <dgm:pt modelId="{47E8C4F6-FFBD-486C-B530-4A6C368EC18E}">
      <dgm:prSet/>
      <dgm:spPr/>
      <dgm:t>
        <a:bodyPr/>
        <a:lstStyle/>
        <a:p>
          <a:pPr rtl="0"/>
          <a:r>
            <a:rPr lang="en-US" smtClean="0"/>
            <a:t>Categorical → qualitative (nominal/unordered, ordinal/ordered)</a:t>
          </a:r>
          <a:endParaRPr lang="uk-UA"/>
        </a:p>
      </dgm:t>
    </dgm:pt>
    <dgm:pt modelId="{B516BF70-12EF-446A-94C5-A3ADC7B481B1}" type="parTrans" cxnId="{87121635-7FA6-4BD2-9CE7-E8B493142D69}">
      <dgm:prSet/>
      <dgm:spPr/>
      <dgm:t>
        <a:bodyPr/>
        <a:lstStyle/>
        <a:p>
          <a:endParaRPr lang="uk-UA"/>
        </a:p>
      </dgm:t>
    </dgm:pt>
    <dgm:pt modelId="{DF9DFEFB-40D8-4BF3-A383-4BEC3DD8FEA2}" type="sibTrans" cxnId="{87121635-7FA6-4BD2-9CE7-E8B493142D69}">
      <dgm:prSet/>
      <dgm:spPr/>
      <dgm:t>
        <a:bodyPr/>
        <a:lstStyle/>
        <a:p>
          <a:endParaRPr lang="uk-UA"/>
        </a:p>
      </dgm:t>
    </dgm:pt>
    <dgm:pt modelId="{C28F4C02-EDC8-4ED0-B771-41CBDFE0D633}">
      <dgm:prSet/>
      <dgm:spPr/>
      <dgm:t>
        <a:bodyPr/>
        <a:lstStyle/>
        <a:p>
          <a:pPr rtl="0"/>
          <a:r>
            <a:rPr lang="en-US" b="1" smtClean="0"/>
            <a:t>Examples in real data</a:t>
          </a:r>
          <a:endParaRPr lang="uk-UA"/>
        </a:p>
      </dgm:t>
    </dgm:pt>
    <dgm:pt modelId="{9B6D5319-8F48-45E9-A496-6C43C9E722DB}" type="parTrans" cxnId="{218412CF-E700-4698-83AC-6595BCBFB296}">
      <dgm:prSet/>
      <dgm:spPr/>
      <dgm:t>
        <a:bodyPr/>
        <a:lstStyle/>
        <a:p>
          <a:endParaRPr lang="uk-UA"/>
        </a:p>
      </dgm:t>
    </dgm:pt>
    <dgm:pt modelId="{6C6B0B46-A9E4-41C7-8D01-261166A1AE35}" type="sibTrans" cxnId="{218412CF-E700-4698-83AC-6595BCBFB296}">
      <dgm:prSet/>
      <dgm:spPr/>
      <dgm:t>
        <a:bodyPr/>
        <a:lstStyle/>
        <a:p>
          <a:endParaRPr lang="uk-UA"/>
        </a:p>
      </dgm:t>
    </dgm:pt>
    <dgm:pt modelId="{4CE23088-BC35-4F41-BE34-DFF31E19E815}">
      <dgm:prSet/>
      <dgm:spPr/>
      <dgm:t>
        <a:bodyPr/>
        <a:lstStyle/>
        <a:p>
          <a:pPr rtl="0"/>
          <a:r>
            <a:rPr lang="en-US" smtClean="0"/>
            <a:t>Discrete → number of children, count of transactions</a:t>
          </a:r>
          <a:endParaRPr lang="uk-UA"/>
        </a:p>
      </dgm:t>
    </dgm:pt>
    <dgm:pt modelId="{8C633A11-33A3-430E-A10B-A17F8585CCF3}" type="parTrans" cxnId="{0C0FA52E-8EEC-4C0E-B087-15B29BF0163B}">
      <dgm:prSet/>
      <dgm:spPr/>
      <dgm:t>
        <a:bodyPr/>
        <a:lstStyle/>
        <a:p>
          <a:endParaRPr lang="uk-UA"/>
        </a:p>
      </dgm:t>
    </dgm:pt>
    <dgm:pt modelId="{07F5DEB9-5B4F-4D49-8CF9-47FD4388CA07}" type="sibTrans" cxnId="{0C0FA52E-8EEC-4C0E-B087-15B29BF0163B}">
      <dgm:prSet/>
      <dgm:spPr/>
      <dgm:t>
        <a:bodyPr/>
        <a:lstStyle/>
        <a:p>
          <a:endParaRPr lang="uk-UA"/>
        </a:p>
      </dgm:t>
    </dgm:pt>
    <dgm:pt modelId="{06E8C265-CDEC-4770-A658-CD5280B5E4D9}">
      <dgm:prSet/>
      <dgm:spPr/>
      <dgm:t>
        <a:bodyPr/>
        <a:lstStyle/>
        <a:p>
          <a:pPr rtl="0"/>
          <a:r>
            <a:rPr lang="en-US" smtClean="0"/>
            <a:t>Continuous → height, temperature</a:t>
          </a:r>
          <a:endParaRPr lang="uk-UA"/>
        </a:p>
      </dgm:t>
    </dgm:pt>
    <dgm:pt modelId="{66193109-40FD-420A-BDFF-134FD3685D7B}" type="parTrans" cxnId="{300DB96E-960C-4D18-9414-ECB733E6201E}">
      <dgm:prSet/>
      <dgm:spPr/>
      <dgm:t>
        <a:bodyPr/>
        <a:lstStyle/>
        <a:p>
          <a:endParaRPr lang="uk-UA"/>
        </a:p>
      </dgm:t>
    </dgm:pt>
    <dgm:pt modelId="{0D05EAD3-5FAC-4592-9093-DE949BE518F0}" type="sibTrans" cxnId="{300DB96E-960C-4D18-9414-ECB733E6201E}">
      <dgm:prSet/>
      <dgm:spPr/>
      <dgm:t>
        <a:bodyPr/>
        <a:lstStyle/>
        <a:p>
          <a:endParaRPr lang="uk-UA"/>
        </a:p>
      </dgm:t>
    </dgm:pt>
    <dgm:pt modelId="{73B9531C-ECC3-4FE2-B63B-2B0ABAA3FE24}">
      <dgm:prSet/>
      <dgm:spPr/>
      <dgm:t>
        <a:bodyPr/>
        <a:lstStyle/>
        <a:p>
          <a:pPr rtl="0"/>
          <a:r>
            <a:rPr lang="en-US" smtClean="0"/>
            <a:t>Nominal → country, gender</a:t>
          </a:r>
          <a:endParaRPr lang="uk-UA"/>
        </a:p>
      </dgm:t>
    </dgm:pt>
    <dgm:pt modelId="{D441386E-E2C6-4CEB-A3BA-410138C375FB}" type="parTrans" cxnId="{FF8D52C8-4855-408D-B0AD-4FFF41717449}">
      <dgm:prSet/>
      <dgm:spPr/>
      <dgm:t>
        <a:bodyPr/>
        <a:lstStyle/>
        <a:p>
          <a:endParaRPr lang="uk-UA"/>
        </a:p>
      </dgm:t>
    </dgm:pt>
    <dgm:pt modelId="{3DEE7EBA-2271-4A92-9EF2-07633BEB103B}" type="sibTrans" cxnId="{FF8D52C8-4855-408D-B0AD-4FFF41717449}">
      <dgm:prSet/>
      <dgm:spPr/>
      <dgm:t>
        <a:bodyPr/>
        <a:lstStyle/>
        <a:p>
          <a:endParaRPr lang="uk-UA"/>
        </a:p>
      </dgm:t>
    </dgm:pt>
    <dgm:pt modelId="{B256F349-520F-4AAB-9E99-75FAA99CD2B8}">
      <dgm:prSet/>
      <dgm:spPr/>
      <dgm:t>
        <a:bodyPr/>
        <a:lstStyle/>
        <a:p>
          <a:pPr rtl="0"/>
          <a:r>
            <a:rPr lang="en-US" smtClean="0"/>
            <a:t>Ordinal → education level, rating scale (low/medium/high)</a:t>
          </a:r>
          <a:endParaRPr lang="uk-UA"/>
        </a:p>
      </dgm:t>
    </dgm:pt>
    <dgm:pt modelId="{68820B81-F465-4F4E-A87B-88220C6945DA}" type="parTrans" cxnId="{62FAA91C-11F1-4281-842C-2E4EBE84D5EF}">
      <dgm:prSet/>
      <dgm:spPr/>
      <dgm:t>
        <a:bodyPr/>
        <a:lstStyle/>
        <a:p>
          <a:endParaRPr lang="uk-UA"/>
        </a:p>
      </dgm:t>
    </dgm:pt>
    <dgm:pt modelId="{19DF52D1-2786-4C31-B9FE-D3A8D86F3DB8}" type="sibTrans" cxnId="{62FAA91C-11F1-4281-842C-2E4EBE84D5EF}">
      <dgm:prSet/>
      <dgm:spPr/>
      <dgm:t>
        <a:bodyPr/>
        <a:lstStyle/>
        <a:p>
          <a:endParaRPr lang="uk-UA"/>
        </a:p>
      </dgm:t>
    </dgm:pt>
    <dgm:pt modelId="{56C890B5-8EBA-4D30-A26F-F12F82FC235F}" type="pres">
      <dgm:prSet presAssocID="{4B3E4238-3E6B-4833-A69E-C07BB93ED1E5}" presName="linear" presStyleCnt="0">
        <dgm:presLayoutVars>
          <dgm:animLvl val="lvl"/>
          <dgm:resizeHandles val="exact"/>
        </dgm:presLayoutVars>
      </dgm:prSet>
      <dgm:spPr/>
    </dgm:pt>
    <dgm:pt modelId="{EB66940E-BAD2-4B4F-B092-ACC90513F4FF}" type="pres">
      <dgm:prSet presAssocID="{6EF8715C-2819-4647-A9B8-1F437FDF4B3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206354B-6154-44B2-9059-BF85DAD0D63E}" type="pres">
      <dgm:prSet presAssocID="{6EF8715C-2819-4647-A9B8-1F437FDF4B3E}" presName="childText" presStyleLbl="revTx" presStyleIdx="0" presStyleCnt="2">
        <dgm:presLayoutVars>
          <dgm:bulletEnabled val="1"/>
        </dgm:presLayoutVars>
      </dgm:prSet>
      <dgm:spPr/>
    </dgm:pt>
    <dgm:pt modelId="{DB5D8CB1-BDBF-4D0C-AA93-E859077CFC01}" type="pres">
      <dgm:prSet presAssocID="{C28F4C02-EDC8-4ED0-B771-41CBDFE0D63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308C937-DAD2-4F32-BE56-E6AC252A433B}" type="pres">
      <dgm:prSet presAssocID="{C28F4C02-EDC8-4ED0-B771-41CBDFE0D63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DD78312-4860-45D3-AAFF-79515FB9BC76}" type="presOf" srcId="{B256F349-520F-4AAB-9E99-75FAA99CD2B8}" destId="{F308C937-DAD2-4F32-BE56-E6AC252A433B}" srcOrd="0" destOrd="3" presId="urn:microsoft.com/office/officeart/2005/8/layout/vList2"/>
    <dgm:cxn modelId="{EFD5735A-A69E-4754-A65D-3C0663BF1895}" type="presOf" srcId="{47E8C4F6-FFBD-486C-B530-4A6C368EC18E}" destId="{C206354B-6154-44B2-9059-BF85DAD0D63E}" srcOrd="0" destOrd="1" presId="urn:microsoft.com/office/officeart/2005/8/layout/vList2"/>
    <dgm:cxn modelId="{218412CF-E700-4698-83AC-6595BCBFB296}" srcId="{4B3E4238-3E6B-4833-A69E-C07BB93ED1E5}" destId="{C28F4C02-EDC8-4ED0-B771-41CBDFE0D633}" srcOrd="1" destOrd="0" parTransId="{9B6D5319-8F48-45E9-A496-6C43C9E722DB}" sibTransId="{6C6B0B46-A9E4-41C7-8D01-261166A1AE35}"/>
    <dgm:cxn modelId="{E15CAB14-465E-473E-BACE-AA583954BA9C}" srcId="{4B3E4238-3E6B-4833-A69E-C07BB93ED1E5}" destId="{6EF8715C-2819-4647-A9B8-1F437FDF4B3E}" srcOrd="0" destOrd="0" parTransId="{F8632EFB-8C3B-4E51-85D1-0E61D394A6E3}" sibTransId="{A4D52CFA-19AD-4658-8726-5D2360BC98BB}"/>
    <dgm:cxn modelId="{300DB96E-960C-4D18-9414-ECB733E6201E}" srcId="{C28F4C02-EDC8-4ED0-B771-41CBDFE0D633}" destId="{06E8C265-CDEC-4770-A658-CD5280B5E4D9}" srcOrd="1" destOrd="0" parTransId="{66193109-40FD-420A-BDFF-134FD3685D7B}" sibTransId="{0D05EAD3-5FAC-4592-9093-DE949BE518F0}"/>
    <dgm:cxn modelId="{359BC5D8-7F65-4DD9-85DC-5F39D8257951}" type="presOf" srcId="{73B9531C-ECC3-4FE2-B63B-2B0ABAA3FE24}" destId="{F308C937-DAD2-4F32-BE56-E6AC252A433B}" srcOrd="0" destOrd="2" presId="urn:microsoft.com/office/officeart/2005/8/layout/vList2"/>
    <dgm:cxn modelId="{7F266995-0817-4898-BCA0-7A863B268A15}" type="presOf" srcId="{06E8C265-CDEC-4770-A658-CD5280B5E4D9}" destId="{F308C937-DAD2-4F32-BE56-E6AC252A433B}" srcOrd="0" destOrd="1" presId="urn:microsoft.com/office/officeart/2005/8/layout/vList2"/>
    <dgm:cxn modelId="{FF8D52C8-4855-408D-B0AD-4FFF41717449}" srcId="{C28F4C02-EDC8-4ED0-B771-41CBDFE0D633}" destId="{73B9531C-ECC3-4FE2-B63B-2B0ABAA3FE24}" srcOrd="2" destOrd="0" parTransId="{D441386E-E2C6-4CEB-A3BA-410138C375FB}" sibTransId="{3DEE7EBA-2271-4A92-9EF2-07633BEB103B}"/>
    <dgm:cxn modelId="{A16B9845-CF09-4E3B-BAF5-685147B0DFE9}" srcId="{6EF8715C-2819-4647-A9B8-1F437FDF4B3E}" destId="{B1FA4310-E7CE-4EF6-A9D9-A647FE67BCF6}" srcOrd="0" destOrd="0" parTransId="{9B46AE05-3F73-4092-8C1F-B1E6DC787A55}" sibTransId="{EACAEEFE-5DB7-450A-8730-E110E23E26EA}"/>
    <dgm:cxn modelId="{0C0FA52E-8EEC-4C0E-B087-15B29BF0163B}" srcId="{C28F4C02-EDC8-4ED0-B771-41CBDFE0D633}" destId="{4CE23088-BC35-4F41-BE34-DFF31E19E815}" srcOrd="0" destOrd="0" parTransId="{8C633A11-33A3-430E-A10B-A17F8585CCF3}" sibTransId="{07F5DEB9-5B4F-4D49-8CF9-47FD4388CA07}"/>
    <dgm:cxn modelId="{8AFAC35C-CF95-43E9-BF34-8256CEB3ACB2}" type="presOf" srcId="{4CE23088-BC35-4F41-BE34-DFF31E19E815}" destId="{F308C937-DAD2-4F32-BE56-E6AC252A433B}" srcOrd="0" destOrd="0" presId="urn:microsoft.com/office/officeart/2005/8/layout/vList2"/>
    <dgm:cxn modelId="{4A9F5F30-A01E-4631-8725-BA187B965E1B}" type="presOf" srcId="{B1FA4310-E7CE-4EF6-A9D9-A647FE67BCF6}" destId="{C206354B-6154-44B2-9059-BF85DAD0D63E}" srcOrd="0" destOrd="0" presId="urn:microsoft.com/office/officeart/2005/8/layout/vList2"/>
    <dgm:cxn modelId="{9611D657-5E26-432C-8978-4E05D397E2BF}" type="presOf" srcId="{4B3E4238-3E6B-4833-A69E-C07BB93ED1E5}" destId="{56C890B5-8EBA-4D30-A26F-F12F82FC235F}" srcOrd="0" destOrd="0" presId="urn:microsoft.com/office/officeart/2005/8/layout/vList2"/>
    <dgm:cxn modelId="{87121635-7FA6-4BD2-9CE7-E8B493142D69}" srcId="{6EF8715C-2819-4647-A9B8-1F437FDF4B3E}" destId="{47E8C4F6-FFBD-486C-B530-4A6C368EC18E}" srcOrd="1" destOrd="0" parTransId="{B516BF70-12EF-446A-94C5-A3ADC7B481B1}" sibTransId="{DF9DFEFB-40D8-4BF3-A383-4BEC3DD8FEA2}"/>
    <dgm:cxn modelId="{62FAA91C-11F1-4281-842C-2E4EBE84D5EF}" srcId="{C28F4C02-EDC8-4ED0-B771-41CBDFE0D633}" destId="{B256F349-520F-4AAB-9E99-75FAA99CD2B8}" srcOrd="3" destOrd="0" parTransId="{68820B81-F465-4F4E-A87B-88220C6945DA}" sibTransId="{19DF52D1-2786-4C31-B9FE-D3A8D86F3DB8}"/>
    <dgm:cxn modelId="{51212ACF-5EB3-42F2-A278-1CFDB166C2E8}" type="presOf" srcId="{C28F4C02-EDC8-4ED0-B771-41CBDFE0D633}" destId="{DB5D8CB1-BDBF-4D0C-AA93-E859077CFC01}" srcOrd="0" destOrd="0" presId="urn:microsoft.com/office/officeart/2005/8/layout/vList2"/>
    <dgm:cxn modelId="{454D5D52-FBDE-48E2-91DE-EB982B16756F}" type="presOf" srcId="{6EF8715C-2819-4647-A9B8-1F437FDF4B3E}" destId="{EB66940E-BAD2-4B4F-B092-ACC90513F4FF}" srcOrd="0" destOrd="0" presId="urn:microsoft.com/office/officeart/2005/8/layout/vList2"/>
    <dgm:cxn modelId="{74D1DEB5-DB14-4A93-BE89-4669052633EB}" type="presParOf" srcId="{56C890B5-8EBA-4D30-A26F-F12F82FC235F}" destId="{EB66940E-BAD2-4B4F-B092-ACC90513F4FF}" srcOrd="0" destOrd="0" presId="urn:microsoft.com/office/officeart/2005/8/layout/vList2"/>
    <dgm:cxn modelId="{7F9D005A-78FF-4442-B3E6-4AC4EDBBE4AD}" type="presParOf" srcId="{56C890B5-8EBA-4D30-A26F-F12F82FC235F}" destId="{C206354B-6154-44B2-9059-BF85DAD0D63E}" srcOrd="1" destOrd="0" presId="urn:microsoft.com/office/officeart/2005/8/layout/vList2"/>
    <dgm:cxn modelId="{82894C4C-FD7C-4F4F-A2E4-E09E47FC0599}" type="presParOf" srcId="{56C890B5-8EBA-4D30-A26F-F12F82FC235F}" destId="{DB5D8CB1-BDBF-4D0C-AA93-E859077CFC01}" srcOrd="2" destOrd="0" presId="urn:microsoft.com/office/officeart/2005/8/layout/vList2"/>
    <dgm:cxn modelId="{9DB2860A-F336-4D68-A399-6BCF528922A8}" type="presParOf" srcId="{56C890B5-8EBA-4D30-A26F-F12F82FC235F}" destId="{F308C937-DAD2-4F32-BE56-E6AC252A433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BE5099-6B32-4D5B-82B3-862F0FD5E7D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B6F9B73-52D7-4AD9-840B-8AB33B33E4A5}">
      <dgm:prSet/>
      <dgm:spPr/>
      <dgm:t>
        <a:bodyPr/>
        <a:lstStyle/>
        <a:p>
          <a:pPr rtl="0"/>
          <a:r>
            <a:rPr lang="en-US" b="1" smtClean="0"/>
            <a:t>Quantitative vs. Categorical</a:t>
          </a:r>
          <a:endParaRPr lang="uk-UA"/>
        </a:p>
      </dgm:t>
    </dgm:pt>
    <dgm:pt modelId="{F3F1D061-127B-4BBA-BD16-9CE72A00DE8A}" type="parTrans" cxnId="{89A593A7-9239-4335-9B76-1EA53DA4A7EA}">
      <dgm:prSet/>
      <dgm:spPr/>
      <dgm:t>
        <a:bodyPr/>
        <a:lstStyle/>
        <a:p>
          <a:endParaRPr lang="uk-UA"/>
        </a:p>
      </dgm:t>
    </dgm:pt>
    <dgm:pt modelId="{AF850F99-6BE8-4BEB-A5E7-23767CDE61AB}" type="sibTrans" cxnId="{89A593A7-9239-4335-9B76-1EA53DA4A7EA}">
      <dgm:prSet/>
      <dgm:spPr/>
      <dgm:t>
        <a:bodyPr/>
        <a:lstStyle/>
        <a:p>
          <a:endParaRPr lang="uk-UA"/>
        </a:p>
      </dgm:t>
    </dgm:pt>
    <dgm:pt modelId="{7233D10D-5FD7-43FE-BA00-ED83A678F1BC}">
      <dgm:prSet/>
      <dgm:spPr/>
      <dgm:t>
        <a:bodyPr/>
        <a:lstStyle/>
        <a:p>
          <a:pPr rtl="0"/>
          <a:r>
            <a:rPr lang="en-US" smtClean="0"/>
            <a:t>Quantitative → numerical (discrete, continuous)</a:t>
          </a:r>
          <a:endParaRPr lang="uk-UA"/>
        </a:p>
      </dgm:t>
    </dgm:pt>
    <dgm:pt modelId="{AE0D4E01-1263-439E-AB73-5B7323E8F812}" type="parTrans" cxnId="{8F5D9863-F6FF-4D8D-85EA-1B19F4D10638}">
      <dgm:prSet/>
      <dgm:spPr/>
      <dgm:t>
        <a:bodyPr/>
        <a:lstStyle/>
        <a:p>
          <a:endParaRPr lang="uk-UA"/>
        </a:p>
      </dgm:t>
    </dgm:pt>
    <dgm:pt modelId="{BEB06061-FAA2-4BE5-BF47-C5D943036EF5}" type="sibTrans" cxnId="{8F5D9863-F6FF-4D8D-85EA-1B19F4D10638}">
      <dgm:prSet/>
      <dgm:spPr/>
      <dgm:t>
        <a:bodyPr/>
        <a:lstStyle/>
        <a:p>
          <a:endParaRPr lang="uk-UA"/>
        </a:p>
      </dgm:t>
    </dgm:pt>
    <dgm:pt modelId="{3DA1A072-AD0B-4793-85B7-66BE285193D7}">
      <dgm:prSet/>
      <dgm:spPr/>
      <dgm:t>
        <a:bodyPr/>
        <a:lstStyle/>
        <a:p>
          <a:pPr rtl="0"/>
          <a:r>
            <a:rPr lang="en-US" smtClean="0"/>
            <a:t>Categorical → qualitative (nominal/unordered, ordinal/ordered)</a:t>
          </a:r>
          <a:endParaRPr lang="uk-UA"/>
        </a:p>
      </dgm:t>
    </dgm:pt>
    <dgm:pt modelId="{B8DD841A-70A3-49AC-AFE2-769CBFF8EB96}" type="parTrans" cxnId="{5887815F-CF93-483F-9FBA-5B427B492278}">
      <dgm:prSet/>
      <dgm:spPr/>
      <dgm:t>
        <a:bodyPr/>
        <a:lstStyle/>
        <a:p>
          <a:endParaRPr lang="uk-UA"/>
        </a:p>
      </dgm:t>
    </dgm:pt>
    <dgm:pt modelId="{D2297132-C060-4E8E-AE9B-7C5DE229204D}" type="sibTrans" cxnId="{5887815F-CF93-483F-9FBA-5B427B492278}">
      <dgm:prSet/>
      <dgm:spPr/>
      <dgm:t>
        <a:bodyPr/>
        <a:lstStyle/>
        <a:p>
          <a:endParaRPr lang="uk-UA"/>
        </a:p>
      </dgm:t>
    </dgm:pt>
    <dgm:pt modelId="{B3528823-C9F2-4A18-AD00-14A23FDB7741}">
      <dgm:prSet/>
      <dgm:spPr/>
      <dgm:t>
        <a:bodyPr/>
        <a:lstStyle/>
        <a:p>
          <a:pPr rtl="0"/>
          <a:r>
            <a:rPr lang="en-US" b="1" smtClean="0"/>
            <a:t>Examples in real data</a:t>
          </a:r>
          <a:endParaRPr lang="uk-UA"/>
        </a:p>
      </dgm:t>
    </dgm:pt>
    <dgm:pt modelId="{A10F95E2-18BD-4F68-A279-F2B0C8ADA37D}" type="parTrans" cxnId="{E5AD39DA-7A63-4D29-AECB-25CE2CFE0B3B}">
      <dgm:prSet/>
      <dgm:spPr/>
      <dgm:t>
        <a:bodyPr/>
        <a:lstStyle/>
        <a:p>
          <a:endParaRPr lang="uk-UA"/>
        </a:p>
      </dgm:t>
    </dgm:pt>
    <dgm:pt modelId="{F59F33A9-7CD2-456E-85A1-7FC5B30D98CB}" type="sibTrans" cxnId="{E5AD39DA-7A63-4D29-AECB-25CE2CFE0B3B}">
      <dgm:prSet/>
      <dgm:spPr/>
      <dgm:t>
        <a:bodyPr/>
        <a:lstStyle/>
        <a:p>
          <a:endParaRPr lang="uk-UA"/>
        </a:p>
      </dgm:t>
    </dgm:pt>
    <dgm:pt modelId="{3CF15722-3B68-4C33-AC1A-C7C6A4A96B9C}">
      <dgm:prSet/>
      <dgm:spPr/>
      <dgm:t>
        <a:bodyPr/>
        <a:lstStyle/>
        <a:p>
          <a:pPr rtl="0"/>
          <a:r>
            <a:rPr lang="en-US" smtClean="0"/>
            <a:t>Discrete → number of children, count of transactions</a:t>
          </a:r>
          <a:endParaRPr lang="uk-UA"/>
        </a:p>
      </dgm:t>
    </dgm:pt>
    <dgm:pt modelId="{D10018D7-369A-49AD-8B9E-4541623743C3}" type="parTrans" cxnId="{7E3C9B08-FFE9-494C-92F9-883359F1CEE7}">
      <dgm:prSet/>
      <dgm:spPr/>
      <dgm:t>
        <a:bodyPr/>
        <a:lstStyle/>
        <a:p>
          <a:endParaRPr lang="uk-UA"/>
        </a:p>
      </dgm:t>
    </dgm:pt>
    <dgm:pt modelId="{85B2E23D-49FF-44D1-BF36-F463BB3A0F0A}" type="sibTrans" cxnId="{7E3C9B08-FFE9-494C-92F9-883359F1CEE7}">
      <dgm:prSet/>
      <dgm:spPr/>
      <dgm:t>
        <a:bodyPr/>
        <a:lstStyle/>
        <a:p>
          <a:endParaRPr lang="uk-UA"/>
        </a:p>
      </dgm:t>
    </dgm:pt>
    <dgm:pt modelId="{0A4421B7-613A-4E6F-B196-936EA44AC6C2}">
      <dgm:prSet/>
      <dgm:spPr/>
      <dgm:t>
        <a:bodyPr/>
        <a:lstStyle/>
        <a:p>
          <a:pPr rtl="0"/>
          <a:r>
            <a:rPr lang="en-US" dirty="0" smtClean="0"/>
            <a:t>Continuous → height, temperature</a:t>
          </a:r>
          <a:endParaRPr lang="uk-UA" dirty="0"/>
        </a:p>
      </dgm:t>
    </dgm:pt>
    <dgm:pt modelId="{B0F497E9-DC07-4D56-BBDE-E2C46A57C1E3}" type="parTrans" cxnId="{724AC0FC-65DF-490B-805E-416EB4876E6D}">
      <dgm:prSet/>
      <dgm:spPr/>
      <dgm:t>
        <a:bodyPr/>
        <a:lstStyle/>
        <a:p>
          <a:endParaRPr lang="uk-UA"/>
        </a:p>
      </dgm:t>
    </dgm:pt>
    <dgm:pt modelId="{8D502E2E-68A2-428D-A569-E83B3AE3978D}" type="sibTrans" cxnId="{724AC0FC-65DF-490B-805E-416EB4876E6D}">
      <dgm:prSet/>
      <dgm:spPr/>
      <dgm:t>
        <a:bodyPr/>
        <a:lstStyle/>
        <a:p>
          <a:endParaRPr lang="uk-UA"/>
        </a:p>
      </dgm:t>
    </dgm:pt>
    <dgm:pt modelId="{E7D90666-DA1B-4875-9275-A4C5D70355DB}">
      <dgm:prSet/>
      <dgm:spPr/>
      <dgm:t>
        <a:bodyPr/>
        <a:lstStyle/>
        <a:p>
          <a:pPr rtl="0"/>
          <a:r>
            <a:rPr lang="en-US" smtClean="0"/>
            <a:t>Nominal → country, gender</a:t>
          </a:r>
          <a:endParaRPr lang="uk-UA"/>
        </a:p>
      </dgm:t>
    </dgm:pt>
    <dgm:pt modelId="{4E19A5FA-22C1-4F67-AD69-DA8131552126}" type="parTrans" cxnId="{07F726E0-4422-49D3-BFD4-8DD8894866E6}">
      <dgm:prSet/>
      <dgm:spPr/>
      <dgm:t>
        <a:bodyPr/>
        <a:lstStyle/>
        <a:p>
          <a:endParaRPr lang="uk-UA"/>
        </a:p>
      </dgm:t>
    </dgm:pt>
    <dgm:pt modelId="{CB36D4B1-E5E9-4FD6-9C4E-36CC4CBAE228}" type="sibTrans" cxnId="{07F726E0-4422-49D3-BFD4-8DD8894866E6}">
      <dgm:prSet/>
      <dgm:spPr/>
      <dgm:t>
        <a:bodyPr/>
        <a:lstStyle/>
        <a:p>
          <a:endParaRPr lang="uk-UA"/>
        </a:p>
      </dgm:t>
    </dgm:pt>
    <dgm:pt modelId="{F797A7AA-5268-4842-ACC6-3DEF989BB400}">
      <dgm:prSet/>
      <dgm:spPr/>
      <dgm:t>
        <a:bodyPr/>
        <a:lstStyle/>
        <a:p>
          <a:pPr rtl="0"/>
          <a:r>
            <a:rPr lang="en-US" smtClean="0"/>
            <a:t>Ordinal → education level, rating scale (low/medium/high)</a:t>
          </a:r>
          <a:endParaRPr lang="uk-UA"/>
        </a:p>
      </dgm:t>
    </dgm:pt>
    <dgm:pt modelId="{28E6F82F-97EB-4A69-A2ED-D953BB2C62EE}" type="parTrans" cxnId="{C3E80BAC-C8ED-4E8A-B5A6-9C5C807FE9C4}">
      <dgm:prSet/>
      <dgm:spPr/>
      <dgm:t>
        <a:bodyPr/>
        <a:lstStyle/>
        <a:p>
          <a:endParaRPr lang="uk-UA"/>
        </a:p>
      </dgm:t>
    </dgm:pt>
    <dgm:pt modelId="{432DE28F-EBCD-4F73-8CA9-EF1E14456955}" type="sibTrans" cxnId="{C3E80BAC-C8ED-4E8A-B5A6-9C5C807FE9C4}">
      <dgm:prSet/>
      <dgm:spPr/>
      <dgm:t>
        <a:bodyPr/>
        <a:lstStyle/>
        <a:p>
          <a:endParaRPr lang="uk-UA"/>
        </a:p>
      </dgm:t>
    </dgm:pt>
    <dgm:pt modelId="{92B254C5-F0CE-4AA5-98FE-58E1FE293982}" type="pres">
      <dgm:prSet presAssocID="{43BE5099-6B32-4D5B-82B3-862F0FD5E7D8}" presName="linear" presStyleCnt="0">
        <dgm:presLayoutVars>
          <dgm:animLvl val="lvl"/>
          <dgm:resizeHandles val="exact"/>
        </dgm:presLayoutVars>
      </dgm:prSet>
      <dgm:spPr/>
    </dgm:pt>
    <dgm:pt modelId="{2AA3DE9B-9294-4609-8A83-BBECDD7BC9DF}" type="pres">
      <dgm:prSet presAssocID="{7B6F9B73-52D7-4AD9-840B-8AB33B33E4A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AD6B0E0-F3DA-41D5-A33F-49A085E1041E}" type="pres">
      <dgm:prSet presAssocID="{7B6F9B73-52D7-4AD9-840B-8AB33B33E4A5}" presName="childText" presStyleLbl="revTx" presStyleIdx="0" presStyleCnt="2">
        <dgm:presLayoutVars>
          <dgm:bulletEnabled val="1"/>
        </dgm:presLayoutVars>
      </dgm:prSet>
      <dgm:spPr/>
    </dgm:pt>
    <dgm:pt modelId="{6A9095C4-E414-495F-818C-D6F0D707C59A}" type="pres">
      <dgm:prSet presAssocID="{B3528823-C9F2-4A18-AD00-14A23FDB774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80A043B-C975-4A55-B88A-CA6AD72E2DDE}" type="pres">
      <dgm:prSet presAssocID="{B3528823-C9F2-4A18-AD00-14A23FDB774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52F8097-A161-46EF-B30F-06AFE87AD7DF}" type="presOf" srcId="{0A4421B7-613A-4E6F-B196-936EA44AC6C2}" destId="{580A043B-C975-4A55-B88A-CA6AD72E2DDE}" srcOrd="0" destOrd="1" presId="urn:microsoft.com/office/officeart/2005/8/layout/vList2"/>
    <dgm:cxn modelId="{7E3C9B08-FFE9-494C-92F9-883359F1CEE7}" srcId="{B3528823-C9F2-4A18-AD00-14A23FDB7741}" destId="{3CF15722-3B68-4C33-AC1A-C7C6A4A96B9C}" srcOrd="0" destOrd="0" parTransId="{D10018D7-369A-49AD-8B9E-4541623743C3}" sibTransId="{85B2E23D-49FF-44D1-BF36-F463BB3A0F0A}"/>
    <dgm:cxn modelId="{07F726E0-4422-49D3-BFD4-8DD8894866E6}" srcId="{B3528823-C9F2-4A18-AD00-14A23FDB7741}" destId="{E7D90666-DA1B-4875-9275-A4C5D70355DB}" srcOrd="2" destOrd="0" parTransId="{4E19A5FA-22C1-4F67-AD69-DA8131552126}" sibTransId="{CB36D4B1-E5E9-4FD6-9C4E-36CC4CBAE228}"/>
    <dgm:cxn modelId="{1C7E08D7-010C-44F4-A9A3-D076565C2B71}" type="presOf" srcId="{F797A7AA-5268-4842-ACC6-3DEF989BB400}" destId="{580A043B-C975-4A55-B88A-CA6AD72E2DDE}" srcOrd="0" destOrd="3" presId="urn:microsoft.com/office/officeart/2005/8/layout/vList2"/>
    <dgm:cxn modelId="{8F5D9863-F6FF-4D8D-85EA-1B19F4D10638}" srcId="{7B6F9B73-52D7-4AD9-840B-8AB33B33E4A5}" destId="{7233D10D-5FD7-43FE-BA00-ED83A678F1BC}" srcOrd="0" destOrd="0" parTransId="{AE0D4E01-1263-439E-AB73-5B7323E8F812}" sibTransId="{BEB06061-FAA2-4BE5-BF47-C5D943036EF5}"/>
    <dgm:cxn modelId="{B72D1F1A-5721-43D6-AE86-E2EE082D5AA1}" type="presOf" srcId="{7B6F9B73-52D7-4AD9-840B-8AB33B33E4A5}" destId="{2AA3DE9B-9294-4609-8A83-BBECDD7BC9DF}" srcOrd="0" destOrd="0" presId="urn:microsoft.com/office/officeart/2005/8/layout/vList2"/>
    <dgm:cxn modelId="{D6874EB7-DE1A-43C3-930E-554607815166}" type="presOf" srcId="{3DA1A072-AD0B-4793-85B7-66BE285193D7}" destId="{DAD6B0E0-F3DA-41D5-A33F-49A085E1041E}" srcOrd="0" destOrd="1" presId="urn:microsoft.com/office/officeart/2005/8/layout/vList2"/>
    <dgm:cxn modelId="{5887815F-CF93-483F-9FBA-5B427B492278}" srcId="{7B6F9B73-52D7-4AD9-840B-8AB33B33E4A5}" destId="{3DA1A072-AD0B-4793-85B7-66BE285193D7}" srcOrd="1" destOrd="0" parTransId="{B8DD841A-70A3-49AC-AFE2-769CBFF8EB96}" sibTransId="{D2297132-C060-4E8E-AE9B-7C5DE229204D}"/>
    <dgm:cxn modelId="{F115B0C0-525A-4AAC-B535-628BA10C699D}" type="presOf" srcId="{B3528823-C9F2-4A18-AD00-14A23FDB7741}" destId="{6A9095C4-E414-495F-818C-D6F0D707C59A}" srcOrd="0" destOrd="0" presId="urn:microsoft.com/office/officeart/2005/8/layout/vList2"/>
    <dgm:cxn modelId="{341DDD20-DC4A-4B4C-A931-B03506D2A327}" type="presOf" srcId="{43BE5099-6B32-4D5B-82B3-862F0FD5E7D8}" destId="{92B254C5-F0CE-4AA5-98FE-58E1FE293982}" srcOrd="0" destOrd="0" presId="urn:microsoft.com/office/officeart/2005/8/layout/vList2"/>
    <dgm:cxn modelId="{724AC0FC-65DF-490B-805E-416EB4876E6D}" srcId="{B3528823-C9F2-4A18-AD00-14A23FDB7741}" destId="{0A4421B7-613A-4E6F-B196-936EA44AC6C2}" srcOrd="1" destOrd="0" parTransId="{B0F497E9-DC07-4D56-BBDE-E2C46A57C1E3}" sibTransId="{8D502E2E-68A2-428D-A569-E83B3AE3978D}"/>
    <dgm:cxn modelId="{F0B8E8AB-3009-420C-B6F6-0CFD9E809CBA}" type="presOf" srcId="{3CF15722-3B68-4C33-AC1A-C7C6A4A96B9C}" destId="{580A043B-C975-4A55-B88A-CA6AD72E2DDE}" srcOrd="0" destOrd="0" presId="urn:microsoft.com/office/officeart/2005/8/layout/vList2"/>
    <dgm:cxn modelId="{C3E80BAC-C8ED-4E8A-B5A6-9C5C807FE9C4}" srcId="{B3528823-C9F2-4A18-AD00-14A23FDB7741}" destId="{F797A7AA-5268-4842-ACC6-3DEF989BB400}" srcOrd="3" destOrd="0" parTransId="{28E6F82F-97EB-4A69-A2ED-D953BB2C62EE}" sibTransId="{432DE28F-EBCD-4F73-8CA9-EF1E14456955}"/>
    <dgm:cxn modelId="{89A593A7-9239-4335-9B76-1EA53DA4A7EA}" srcId="{43BE5099-6B32-4D5B-82B3-862F0FD5E7D8}" destId="{7B6F9B73-52D7-4AD9-840B-8AB33B33E4A5}" srcOrd="0" destOrd="0" parTransId="{F3F1D061-127B-4BBA-BD16-9CE72A00DE8A}" sibTransId="{AF850F99-6BE8-4BEB-A5E7-23767CDE61AB}"/>
    <dgm:cxn modelId="{E5AD39DA-7A63-4D29-AECB-25CE2CFE0B3B}" srcId="{43BE5099-6B32-4D5B-82B3-862F0FD5E7D8}" destId="{B3528823-C9F2-4A18-AD00-14A23FDB7741}" srcOrd="1" destOrd="0" parTransId="{A10F95E2-18BD-4F68-A279-F2B0C8ADA37D}" sibTransId="{F59F33A9-7CD2-456E-85A1-7FC5B30D98CB}"/>
    <dgm:cxn modelId="{10AF06D3-DA55-4ADE-A539-22B72191DF35}" type="presOf" srcId="{E7D90666-DA1B-4875-9275-A4C5D70355DB}" destId="{580A043B-C975-4A55-B88A-CA6AD72E2DDE}" srcOrd="0" destOrd="2" presId="urn:microsoft.com/office/officeart/2005/8/layout/vList2"/>
    <dgm:cxn modelId="{59703920-5F9F-4FE7-B9AF-399FD0A5F0A3}" type="presOf" srcId="{7233D10D-5FD7-43FE-BA00-ED83A678F1BC}" destId="{DAD6B0E0-F3DA-41D5-A33F-49A085E1041E}" srcOrd="0" destOrd="0" presId="urn:microsoft.com/office/officeart/2005/8/layout/vList2"/>
    <dgm:cxn modelId="{88B8953A-6A66-48F5-B070-C470BCD33A66}" type="presParOf" srcId="{92B254C5-F0CE-4AA5-98FE-58E1FE293982}" destId="{2AA3DE9B-9294-4609-8A83-BBECDD7BC9DF}" srcOrd="0" destOrd="0" presId="urn:microsoft.com/office/officeart/2005/8/layout/vList2"/>
    <dgm:cxn modelId="{5D6F857E-BCD9-4C97-BFD0-DEEEE767E854}" type="presParOf" srcId="{92B254C5-F0CE-4AA5-98FE-58E1FE293982}" destId="{DAD6B0E0-F3DA-41D5-A33F-49A085E1041E}" srcOrd="1" destOrd="0" presId="urn:microsoft.com/office/officeart/2005/8/layout/vList2"/>
    <dgm:cxn modelId="{DE792CF6-DCC4-4CCB-AC4A-D1177C6BDF07}" type="presParOf" srcId="{92B254C5-F0CE-4AA5-98FE-58E1FE293982}" destId="{6A9095C4-E414-495F-818C-D6F0D707C59A}" srcOrd="2" destOrd="0" presId="urn:microsoft.com/office/officeart/2005/8/layout/vList2"/>
    <dgm:cxn modelId="{07767DFE-443E-44F1-AA61-D98C6A89BC7D}" type="presParOf" srcId="{92B254C5-F0CE-4AA5-98FE-58E1FE293982}" destId="{580A043B-C975-4A55-B88A-CA6AD72E2DD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D60506B-ECCF-4199-A9C6-D364A9A3411E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73A52A2-3F8E-4002-BF02-E3114FE99280}">
      <dgm:prSet/>
      <dgm:spPr/>
      <dgm:t>
        <a:bodyPr/>
        <a:lstStyle/>
        <a:p>
          <a:pPr rtl="0"/>
          <a:r>
            <a:rPr lang="en-US" smtClean="0"/>
            <a:t>Data preprocessing</a:t>
          </a:r>
          <a:endParaRPr lang="uk-UA"/>
        </a:p>
      </dgm:t>
    </dgm:pt>
    <dgm:pt modelId="{86BB9995-B1FE-4E58-B6A2-7F046DBB5ACC}" type="parTrans" cxnId="{180ECB8B-0F05-48E4-B27A-56887028F47E}">
      <dgm:prSet/>
      <dgm:spPr/>
      <dgm:t>
        <a:bodyPr/>
        <a:lstStyle/>
        <a:p>
          <a:endParaRPr lang="uk-UA"/>
        </a:p>
      </dgm:t>
    </dgm:pt>
    <dgm:pt modelId="{F438D2F0-EADC-4BF9-B423-34648BB4F832}" type="sibTrans" cxnId="{180ECB8B-0F05-48E4-B27A-56887028F47E}">
      <dgm:prSet/>
      <dgm:spPr/>
      <dgm:t>
        <a:bodyPr/>
        <a:lstStyle/>
        <a:p>
          <a:endParaRPr lang="uk-UA"/>
        </a:p>
      </dgm:t>
    </dgm:pt>
    <dgm:pt modelId="{A5154D90-DD92-4671-BD4A-3A5D52673832}" type="pres">
      <dgm:prSet presAssocID="{FD60506B-ECCF-4199-A9C6-D364A9A3411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663987FF-BD7E-4F5C-A684-6C095DAD0087}" type="pres">
      <dgm:prSet presAssocID="{373A52A2-3F8E-4002-BF02-E3114FE99280}" presName="circle1" presStyleLbl="node1" presStyleIdx="0" presStyleCnt="1"/>
      <dgm:spPr/>
    </dgm:pt>
    <dgm:pt modelId="{4B942781-C71E-4EAF-9BD7-5B0E9B889148}" type="pres">
      <dgm:prSet presAssocID="{373A52A2-3F8E-4002-BF02-E3114FE99280}" presName="space" presStyleCnt="0"/>
      <dgm:spPr/>
    </dgm:pt>
    <dgm:pt modelId="{852CC45B-75E4-4E39-80E7-43DB62530AB2}" type="pres">
      <dgm:prSet presAssocID="{373A52A2-3F8E-4002-BF02-E3114FE99280}" presName="rect1" presStyleLbl="alignAcc1" presStyleIdx="0" presStyleCnt="1"/>
      <dgm:spPr/>
    </dgm:pt>
    <dgm:pt modelId="{4318E227-E6F6-4F6F-9F9A-E1751F711388}" type="pres">
      <dgm:prSet presAssocID="{373A52A2-3F8E-4002-BF02-E3114FE99280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65BCF5E7-84E4-483C-8D14-7CF40180ADF7}" type="presOf" srcId="{373A52A2-3F8E-4002-BF02-E3114FE99280}" destId="{852CC45B-75E4-4E39-80E7-43DB62530AB2}" srcOrd="0" destOrd="0" presId="urn:microsoft.com/office/officeart/2005/8/layout/target3"/>
    <dgm:cxn modelId="{180ECB8B-0F05-48E4-B27A-56887028F47E}" srcId="{FD60506B-ECCF-4199-A9C6-D364A9A3411E}" destId="{373A52A2-3F8E-4002-BF02-E3114FE99280}" srcOrd="0" destOrd="0" parTransId="{86BB9995-B1FE-4E58-B6A2-7F046DBB5ACC}" sibTransId="{F438D2F0-EADC-4BF9-B423-34648BB4F832}"/>
    <dgm:cxn modelId="{0F8AD93E-C45B-45CE-B8A4-31B414C02E85}" type="presOf" srcId="{373A52A2-3F8E-4002-BF02-E3114FE99280}" destId="{4318E227-E6F6-4F6F-9F9A-E1751F711388}" srcOrd="1" destOrd="0" presId="urn:microsoft.com/office/officeart/2005/8/layout/target3"/>
    <dgm:cxn modelId="{B88A66F2-9FAF-498B-9E4C-8B6986668270}" type="presOf" srcId="{FD60506B-ECCF-4199-A9C6-D364A9A3411E}" destId="{A5154D90-DD92-4671-BD4A-3A5D52673832}" srcOrd="0" destOrd="0" presId="urn:microsoft.com/office/officeart/2005/8/layout/target3"/>
    <dgm:cxn modelId="{1DA6ED39-984C-4EA0-8635-DB6639E03B15}" type="presParOf" srcId="{A5154D90-DD92-4671-BD4A-3A5D52673832}" destId="{663987FF-BD7E-4F5C-A684-6C095DAD0087}" srcOrd="0" destOrd="0" presId="urn:microsoft.com/office/officeart/2005/8/layout/target3"/>
    <dgm:cxn modelId="{2E2D8B9D-ABA6-41A1-9E37-42369791E9D9}" type="presParOf" srcId="{A5154D90-DD92-4671-BD4A-3A5D52673832}" destId="{4B942781-C71E-4EAF-9BD7-5B0E9B889148}" srcOrd="1" destOrd="0" presId="urn:microsoft.com/office/officeart/2005/8/layout/target3"/>
    <dgm:cxn modelId="{1A961DAE-D22F-4A62-BF7B-84B9025E64B1}" type="presParOf" srcId="{A5154D90-DD92-4671-BD4A-3A5D52673832}" destId="{852CC45B-75E4-4E39-80E7-43DB62530AB2}" srcOrd="2" destOrd="0" presId="urn:microsoft.com/office/officeart/2005/8/layout/target3"/>
    <dgm:cxn modelId="{52FA9F2B-C076-4871-A26D-F8FA3A61B3DA}" type="presParOf" srcId="{A5154D90-DD92-4671-BD4A-3A5D52673832}" destId="{4318E227-E6F6-4F6F-9F9A-E1751F711388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6E1B9A-2D02-44C8-98AA-150963661BF6}" type="doc">
      <dgm:prSet loTypeId="urn:microsoft.com/office/officeart/2005/8/layout/hChevron3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45896EC5-AA72-4BED-8E8B-D3671A1CEC4B}">
      <dgm:prSet/>
      <dgm:spPr/>
      <dgm:t>
        <a:bodyPr/>
        <a:lstStyle/>
        <a:p>
          <a:pPr rtl="0"/>
          <a:r>
            <a:rPr lang="en-AU" dirty="0" smtClean="0"/>
            <a:t>Handling </a:t>
          </a:r>
          <a:r>
            <a:rPr lang="en-AU" b="1" dirty="0" smtClean="0"/>
            <a:t>missing values</a:t>
          </a:r>
          <a:r>
            <a:rPr lang="en-AU" dirty="0" smtClean="0"/>
            <a:t>:</a:t>
          </a:r>
          <a:endParaRPr lang="uk-UA" dirty="0"/>
        </a:p>
      </dgm:t>
    </dgm:pt>
    <dgm:pt modelId="{403F173D-A93F-4414-955D-2A1DE45A4D82}" type="parTrans" cxnId="{4DB7B8A7-F3F5-4DB0-998A-3BDB69F214D8}">
      <dgm:prSet/>
      <dgm:spPr/>
      <dgm:t>
        <a:bodyPr/>
        <a:lstStyle/>
        <a:p>
          <a:endParaRPr lang="uk-UA"/>
        </a:p>
      </dgm:t>
    </dgm:pt>
    <dgm:pt modelId="{CB75D0CB-88D0-43A9-BB3A-907B02100BBA}" type="sibTrans" cxnId="{4DB7B8A7-F3F5-4DB0-998A-3BDB69F214D8}">
      <dgm:prSet/>
      <dgm:spPr/>
      <dgm:t>
        <a:bodyPr/>
        <a:lstStyle/>
        <a:p>
          <a:endParaRPr lang="uk-UA"/>
        </a:p>
      </dgm:t>
    </dgm:pt>
    <dgm:pt modelId="{EBC467E5-9FD4-4911-9731-2222BD5B61F6}">
      <dgm:prSet/>
      <dgm:spPr/>
      <dgm:t>
        <a:bodyPr/>
        <a:lstStyle/>
        <a:p>
          <a:pPr rtl="0"/>
          <a:r>
            <a:rPr lang="en-AU" dirty="0" smtClean="0"/>
            <a:t>Drop, fill with mean/median/mode, forward/backward fill</a:t>
          </a:r>
          <a:endParaRPr lang="uk-UA" dirty="0"/>
        </a:p>
      </dgm:t>
    </dgm:pt>
    <dgm:pt modelId="{D0736203-6137-49C4-8D43-C920E14B57C0}" type="parTrans" cxnId="{8781F85F-5A50-431C-B246-D5D0CB911FEC}">
      <dgm:prSet/>
      <dgm:spPr/>
      <dgm:t>
        <a:bodyPr/>
        <a:lstStyle/>
        <a:p>
          <a:endParaRPr lang="uk-UA"/>
        </a:p>
      </dgm:t>
    </dgm:pt>
    <dgm:pt modelId="{AC175ACD-15D7-4ED3-8614-28DA9CDE08D6}" type="sibTrans" cxnId="{8781F85F-5A50-431C-B246-D5D0CB911FEC}">
      <dgm:prSet/>
      <dgm:spPr/>
      <dgm:t>
        <a:bodyPr/>
        <a:lstStyle/>
        <a:p>
          <a:endParaRPr lang="uk-UA"/>
        </a:p>
      </dgm:t>
    </dgm:pt>
    <dgm:pt modelId="{119E2644-72B7-45E4-9212-F13461F827FE}">
      <dgm:prSet/>
      <dgm:spPr/>
      <dgm:t>
        <a:bodyPr/>
        <a:lstStyle/>
        <a:p>
          <a:pPr rtl="0"/>
          <a:r>
            <a:rPr lang="en-AU" b="1" smtClean="0"/>
            <a:t>Normalization &amp; scaling</a:t>
          </a:r>
          <a:r>
            <a:rPr lang="en-AU" smtClean="0"/>
            <a:t>:</a:t>
          </a:r>
          <a:endParaRPr lang="uk-UA"/>
        </a:p>
      </dgm:t>
    </dgm:pt>
    <dgm:pt modelId="{8DF32846-5075-4243-8F56-DDB5C8F30FD7}" type="parTrans" cxnId="{4B19950E-01D9-425C-944E-F86A521ED450}">
      <dgm:prSet/>
      <dgm:spPr/>
      <dgm:t>
        <a:bodyPr/>
        <a:lstStyle/>
        <a:p>
          <a:endParaRPr lang="uk-UA"/>
        </a:p>
      </dgm:t>
    </dgm:pt>
    <dgm:pt modelId="{166E630B-DCC4-4D02-A48B-BD7C42161DD4}" type="sibTrans" cxnId="{4B19950E-01D9-425C-944E-F86A521ED450}">
      <dgm:prSet/>
      <dgm:spPr/>
      <dgm:t>
        <a:bodyPr/>
        <a:lstStyle/>
        <a:p>
          <a:endParaRPr lang="uk-UA"/>
        </a:p>
      </dgm:t>
    </dgm:pt>
    <dgm:pt modelId="{24816650-E5DA-42B2-80FA-65C2F3E894AE}">
      <dgm:prSet/>
      <dgm:spPr/>
      <dgm:t>
        <a:bodyPr/>
        <a:lstStyle/>
        <a:p>
          <a:pPr rtl="0"/>
          <a:r>
            <a:rPr lang="en-AU" dirty="0" smtClean="0"/>
            <a:t>Min-Max scaling</a:t>
          </a:r>
          <a:endParaRPr lang="uk-UA" dirty="0"/>
        </a:p>
      </dgm:t>
    </dgm:pt>
    <dgm:pt modelId="{0D5A31C5-0A78-46A8-B1FB-1E4CB811A15B}" type="parTrans" cxnId="{0F57D56E-C60F-48A4-86BC-C93246115532}">
      <dgm:prSet/>
      <dgm:spPr/>
      <dgm:t>
        <a:bodyPr/>
        <a:lstStyle/>
        <a:p>
          <a:endParaRPr lang="uk-UA"/>
        </a:p>
      </dgm:t>
    </dgm:pt>
    <dgm:pt modelId="{D98C5215-674D-461F-97F9-F723021EF816}" type="sibTrans" cxnId="{0F57D56E-C60F-48A4-86BC-C93246115532}">
      <dgm:prSet/>
      <dgm:spPr/>
      <dgm:t>
        <a:bodyPr/>
        <a:lstStyle/>
        <a:p>
          <a:endParaRPr lang="uk-UA"/>
        </a:p>
      </dgm:t>
    </dgm:pt>
    <dgm:pt modelId="{FF7B8D03-11AC-4750-AB5F-ABEDF8ED8C75}">
      <dgm:prSet/>
      <dgm:spPr/>
      <dgm:t>
        <a:bodyPr/>
        <a:lstStyle/>
        <a:p>
          <a:pPr rtl="0"/>
          <a:r>
            <a:rPr lang="en-AU" smtClean="0"/>
            <a:t>Standardization (z-score)</a:t>
          </a:r>
          <a:endParaRPr lang="uk-UA"/>
        </a:p>
      </dgm:t>
    </dgm:pt>
    <dgm:pt modelId="{8D7C533E-643C-4205-AE9F-B2F26144D118}" type="parTrans" cxnId="{906F8148-131E-40C5-88C8-D44AC5AF0DEF}">
      <dgm:prSet/>
      <dgm:spPr/>
      <dgm:t>
        <a:bodyPr/>
        <a:lstStyle/>
        <a:p>
          <a:endParaRPr lang="uk-UA"/>
        </a:p>
      </dgm:t>
    </dgm:pt>
    <dgm:pt modelId="{B65C1F6D-42B3-47F7-A8FE-06238593C3E0}" type="sibTrans" cxnId="{906F8148-131E-40C5-88C8-D44AC5AF0DEF}">
      <dgm:prSet/>
      <dgm:spPr/>
      <dgm:t>
        <a:bodyPr/>
        <a:lstStyle/>
        <a:p>
          <a:endParaRPr lang="uk-UA"/>
        </a:p>
      </dgm:t>
    </dgm:pt>
    <dgm:pt modelId="{18211FAB-5601-4990-A136-02222557FAF3}">
      <dgm:prSet/>
      <dgm:spPr/>
      <dgm:t>
        <a:bodyPr/>
        <a:lstStyle/>
        <a:p>
          <a:pPr rtl="0"/>
          <a:r>
            <a:rPr lang="en-AU" b="1" dirty="0" smtClean="0"/>
            <a:t>Cleaning</a:t>
          </a:r>
          <a:r>
            <a:rPr lang="en-AU" dirty="0" smtClean="0"/>
            <a:t> text data:</a:t>
          </a:r>
          <a:endParaRPr lang="uk-UA" dirty="0"/>
        </a:p>
      </dgm:t>
    </dgm:pt>
    <dgm:pt modelId="{33672D98-90B9-43BE-977F-E05471BAF41A}" type="parTrans" cxnId="{4E7A21AC-0439-494D-9E40-41A4D1BE7046}">
      <dgm:prSet/>
      <dgm:spPr/>
      <dgm:t>
        <a:bodyPr/>
        <a:lstStyle/>
        <a:p>
          <a:endParaRPr lang="uk-UA"/>
        </a:p>
      </dgm:t>
    </dgm:pt>
    <dgm:pt modelId="{A4F0368F-9117-4302-A506-CE4863760C09}" type="sibTrans" cxnId="{4E7A21AC-0439-494D-9E40-41A4D1BE7046}">
      <dgm:prSet/>
      <dgm:spPr/>
      <dgm:t>
        <a:bodyPr/>
        <a:lstStyle/>
        <a:p>
          <a:endParaRPr lang="uk-UA"/>
        </a:p>
      </dgm:t>
    </dgm:pt>
    <dgm:pt modelId="{065C5009-3B25-4E5C-ADA0-8BAFB080017B}">
      <dgm:prSet/>
      <dgm:spPr/>
      <dgm:t>
        <a:bodyPr/>
        <a:lstStyle/>
        <a:p>
          <a:pPr rtl="0"/>
          <a:r>
            <a:rPr lang="en-AU" dirty="0" smtClean="0"/>
            <a:t>lowercasing, stripping whitespace</a:t>
          </a:r>
          <a:endParaRPr lang="uk-UA" dirty="0"/>
        </a:p>
      </dgm:t>
    </dgm:pt>
    <dgm:pt modelId="{6822CDD3-2C82-4FEE-934D-4138EBDFF07C}" type="parTrans" cxnId="{53EB7251-31CF-4C15-A464-FD084CDD8005}">
      <dgm:prSet/>
      <dgm:spPr/>
      <dgm:t>
        <a:bodyPr/>
        <a:lstStyle/>
        <a:p>
          <a:endParaRPr lang="uk-UA"/>
        </a:p>
      </dgm:t>
    </dgm:pt>
    <dgm:pt modelId="{B6D1EF9C-1DFB-47C7-80B0-C38BF5E3EC49}" type="sibTrans" cxnId="{53EB7251-31CF-4C15-A464-FD084CDD8005}">
      <dgm:prSet/>
      <dgm:spPr/>
      <dgm:t>
        <a:bodyPr/>
        <a:lstStyle/>
        <a:p>
          <a:endParaRPr lang="uk-UA"/>
        </a:p>
      </dgm:t>
    </dgm:pt>
    <dgm:pt modelId="{B704957F-DA06-4920-8140-325F8DCBD6ED}" type="pres">
      <dgm:prSet presAssocID="{626E1B9A-2D02-44C8-98AA-150963661BF6}" presName="Name0" presStyleCnt="0">
        <dgm:presLayoutVars>
          <dgm:dir/>
          <dgm:resizeHandles val="exact"/>
        </dgm:presLayoutVars>
      </dgm:prSet>
      <dgm:spPr/>
    </dgm:pt>
    <dgm:pt modelId="{72B1DED1-245C-4CE5-A4B6-7479F43C0028}" type="pres">
      <dgm:prSet presAssocID="{45896EC5-AA72-4BED-8E8B-D3671A1CEC4B}" presName="parAndChTx" presStyleLbl="node1" presStyleIdx="0" presStyleCnt="3">
        <dgm:presLayoutVars>
          <dgm:bulletEnabled val="1"/>
        </dgm:presLayoutVars>
      </dgm:prSet>
      <dgm:spPr/>
    </dgm:pt>
    <dgm:pt modelId="{F058AC15-8293-4D18-A438-AC7BB444B968}" type="pres">
      <dgm:prSet presAssocID="{CB75D0CB-88D0-43A9-BB3A-907B02100BBA}" presName="parAndChSpace" presStyleCnt="0"/>
      <dgm:spPr/>
    </dgm:pt>
    <dgm:pt modelId="{232C4FD8-EDFA-4498-A472-0009FB7CD805}" type="pres">
      <dgm:prSet presAssocID="{119E2644-72B7-45E4-9212-F13461F827FE}" presName="parAndChTx" presStyleLbl="node1" presStyleIdx="1" presStyleCnt="3">
        <dgm:presLayoutVars>
          <dgm:bulletEnabled val="1"/>
        </dgm:presLayoutVars>
      </dgm:prSet>
      <dgm:spPr/>
    </dgm:pt>
    <dgm:pt modelId="{FF3B6606-26D2-4025-9964-B17499EB57A7}" type="pres">
      <dgm:prSet presAssocID="{166E630B-DCC4-4D02-A48B-BD7C42161DD4}" presName="parAndChSpace" presStyleCnt="0"/>
      <dgm:spPr/>
    </dgm:pt>
    <dgm:pt modelId="{045630BC-559C-4265-84C6-4F8A003BE004}" type="pres">
      <dgm:prSet presAssocID="{18211FAB-5601-4990-A136-02222557FAF3}" presName="parAndChTx" presStyleLbl="node1" presStyleIdx="2" presStyleCnt="3">
        <dgm:presLayoutVars>
          <dgm:bulletEnabled val="1"/>
        </dgm:presLayoutVars>
      </dgm:prSet>
      <dgm:spPr/>
    </dgm:pt>
  </dgm:ptLst>
  <dgm:cxnLst>
    <dgm:cxn modelId="{EE91054F-6339-43CE-B6BC-00B1906F5C53}" type="presOf" srcId="{626E1B9A-2D02-44C8-98AA-150963661BF6}" destId="{B704957F-DA06-4920-8140-325F8DCBD6ED}" srcOrd="0" destOrd="0" presId="urn:microsoft.com/office/officeart/2005/8/layout/hChevron3"/>
    <dgm:cxn modelId="{5BEADBB7-EA47-4D51-A056-909D8F5EEEB7}" type="presOf" srcId="{24816650-E5DA-42B2-80FA-65C2F3E894AE}" destId="{232C4FD8-EDFA-4498-A472-0009FB7CD805}" srcOrd="0" destOrd="1" presId="urn:microsoft.com/office/officeart/2005/8/layout/hChevron3"/>
    <dgm:cxn modelId="{4B19950E-01D9-425C-944E-F86A521ED450}" srcId="{626E1B9A-2D02-44C8-98AA-150963661BF6}" destId="{119E2644-72B7-45E4-9212-F13461F827FE}" srcOrd="1" destOrd="0" parTransId="{8DF32846-5075-4243-8F56-DDB5C8F30FD7}" sibTransId="{166E630B-DCC4-4D02-A48B-BD7C42161DD4}"/>
    <dgm:cxn modelId="{A97BA01F-E4A2-4AC6-B55F-EDC955FDFF42}" type="presOf" srcId="{45896EC5-AA72-4BED-8E8B-D3671A1CEC4B}" destId="{72B1DED1-245C-4CE5-A4B6-7479F43C0028}" srcOrd="0" destOrd="0" presId="urn:microsoft.com/office/officeart/2005/8/layout/hChevron3"/>
    <dgm:cxn modelId="{4E7A21AC-0439-494D-9E40-41A4D1BE7046}" srcId="{626E1B9A-2D02-44C8-98AA-150963661BF6}" destId="{18211FAB-5601-4990-A136-02222557FAF3}" srcOrd="2" destOrd="0" parTransId="{33672D98-90B9-43BE-977F-E05471BAF41A}" sibTransId="{A4F0368F-9117-4302-A506-CE4863760C09}"/>
    <dgm:cxn modelId="{906F8148-131E-40C5-88C8-D44AC5AF0DEF}" srcId="{119E2644-72B7-45E4-9212-F13461F827FE}" destId="{FF7B8D03-11AC-4750-AB5F-ABEDF8ED8C75}" srcOrd="1" destOrd="0" parTransId="{8D7C533E-643C-4205-AE9F-B2F26144D118}" sibTransId="{B65C1F6D-42B3-47F7-A8FE-06238593C3E0}"/>
    <dgm:cxn modelId="{0F57D56E-C60F-48A4-86BC-C93246115532}" srcId="{119E2644-72B7-45E4-9212-F13461F827FE}" destId="{24816650-E5DA-42B2-80FA-65C2F3E894AE}" srcOrd="0" destOrd="0" parTransId="{0D5A31C5-0A78-46A8-B1FB-1E4CB811A15B}" sibTransId="{D98C5215-674D-461F-97F9-F723021EF816}"/>
    <dgm:cxn modelId="{972C1BAF-8974-480D-8B64-C17549FA39A2}" type="presOf" srcId="{EBC467E5-9FD4-4911-9731-2222BD5B61F6}" destId="{72B1DED1-245C-4CE5-A4B6-7479F43C0028}" srcOrd="0" destOrd="1" presId="urn:microsoft.com/office/officeart/2005/8/layout/hChevron3"/>
    <dgm:cxn modelId="{426252FC-139B-46AA-A1E7-862342F03C4A}" type="presOf" srcId="{065C5009-3B25-4E5C-ADA0-8BAFB080017B}" destId="{045630BC-559C-4265-84C6-4F8A003BE004}" srcOrd="0" destOrd="1" presId="urn:microsoft.com/office/officeart/2005/8/layout/hChevron3"/>
    <dgm:cxn modelId="{DCC8D1A3-C927-4246-ADBF-1976C5ADDEA1}" type="presOf" srcId="{18211FAB-5601-4990-A136-02222557FAF3}" destId="{045630BC-559C-4265-84C6-4F8A003BE004}" srcOrd="0" destOrd="0" presId="urn:microsoft.com/office/officeart/2005/8/layout/hChevron3"/>
    <dgm:cxn modelId="{8781F85F-5A50-431C-B246-D5D0CB911FEC}" srcId="{45896EC5-AA72-4BED-8E8B-D3671A1CEC4B}" destId="{EBC467E5-9FD4-4911-9731-2222BD5B61F6}" srcOrd="0" destOrd="0" parTransId="{D0736203-6137-49C4-8D43-C920E14B57C0}" sibTransId="{AC175ACD-15D7-4ED3-8614-28DA9CDE08D6}"/>
    <dgm:cxn modelId="{48602704-C0E6-4FF3-9532-961CEDCA8E2B}" type="presOf" srcId="{FF7B8D03-11AC-4750-AB5F-ABEDF8ED8C75}" destId="{232C4FD8-EDFA-4498-A472-0009FB7CD805}" srcOrd="0" destOrd="2" presId="urn:microsoft.com/office/officeart/2005/8/layout/hChevron3"/>
    <dgm:cxn modelId="{3F0F29A1-3245-4F64-B99F-F52FE5040627}" type="presOf" srcId="{119E2644-72B7-45E4-9212-F13461F827FE}" destId="{232C4FD8-EDFA-4498-A472-0009FB7CD805}" srcOrd="0" destOrd="0" presId="urn:microsoft.com/office/officeart/2005/8/layout/hChevron3"/>
    <dgm:cxn modelId="{4DB7B8A7-F3F5-4DB0-998A-3BDB69F214D8}" srcId="{626E1B9A-2D02-44C8-98AA-150963661BF6}" destId="{45896EC5-AA72-4BED-8E8B-D3671A1CEC4B}" srcOrd="0" destOrd="0" parTransId="{403F173D-A93F-4414-955D-2A1DE45A4D82}" sibTransId="{CB75D0CB-88D0-43A9-BB3A-907B02100BBA}"/>
    <dgm:cxn modelId="{53EB7251-31CF-4C15-A464-FD084CDD8005}" srcId="{18211FAB-5601-4990-A136-02222557FAF3}" destId="{065C5009-3B25-4E5C-ADA0-8BAFB080017B}" srcOrd="0" destOrd="0" parTransId="{6822CDD3-2C82-4FEE-934D-4138EBDFF07C}" sibTransId="{B6D1EF9C-1DFB-47C7-80B0-C38BF5E3EC49}"/>
    <dgm:cxn modelId="{06196E4F-332E-4074-A7E6-DC323FE39BB1}" type="presParOf" srcId="{B704957F-DA06-4920-8140-325F8DCBD6ED}" destId="{72B1DED1-245C-4CE5-A4B6-7479F43C0028}" srcOrd="0" destOrd="0" presId="urn:microsoft.com/office/officeart/2005/8/layout/hChevron3"/>
    <dgm:cxn modelId="{F9BD7B26-9749-4B46-9DA2-7B8CBDA98D93}" type="presParOf" srcId="{B704957F-DA06-4920-8140-325F8DCBD6ED}" destId="{F058AC15-8293-4D18-A438-AC7BB444B968}" srcOrd="1" destOrd="0" presId="urn:microsoft.com/office/officeart/2005/8/layout/hChevron3"/>
    <dgm:cxn modelId="{6B4C848F-636F-4B2F-B8CE-E959E5C7DDBB}" type="presParOf" srcId="{B704957F-DA06-4920-8140-325F8DCBD6ED}" destId="{232C4FD8-EDFA-4498-A472-0009FB7CD805}" srcOrd="2" destOrd="0" presId="urn:microsoft.com/office/officeart/2005/8/layout/hChevron3"/>
    <dgm:cxn modelId="{603331CF-996F-4D09-BE93-2D7C3C614D16}" type="presParOf" srcId="{B704957F-DA06-4920-8140-325F8DCBD6ED}" destId="{FF3B6606-26D2-4025-9964-B17499EB57A7}" srcOrd="3" destOrd="0" presId="urn:microsoft.com/office/officeart/2005/8/layout/hChevron3"/>
    <dgm:cxn modelId="{86E49278-2B05-48AD-81B0-CED95E800504}" type="presParOf" srcId="{B704957F-DA06-4920-8140-325F8DCBD6ED}" destId="{045630BC-559C-4265-84C6-4F8A003BE004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1E962C9-E5AA-404A-9F6F-3F8EA632434D}" type="doc">
      <dgm:prSet loTypeId="urn:microsoft.com/office/officeart/2005/8/layout/target3" loCatId="relationship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3EBEE941-A10F-4527-BE1A-8D9D77865C3F}">
      <dgm:prSet/>
      <dgm:spPr/>
      <dgm:t>
        <a:bodyPr/>
        <a:lstStyle/>
        <a:p>
          <a:pPr rtl="0"/>
          <a:r>
            <a:rPr lang="en-US" smtClean="0"/>
            <a:t>sequential order, trend/seasonality</a:t>
          </a:r>
          <a:endParaRPr lang="uk-UA" dirty="0"/>
        </a:p>
      </dgm:t>
    </dgm:pt>
    <dgm:pt modelId="{122763F9-DC6B-4A61-80DE-0215319983C2}" type="parTrans" cxnId="{7A027EF0-524F-4FCF-A967-D94A4F5F201C}">
      <dgm:prSet/>
      <dgm:spPr/>
      <dgm:t>
        <a:bodyPr/>
        <a:lstStyle/>
        <a:p>
          <a:endParaRPr lang="uk-UA"/>
        </a:p>
      </dgm:t>
    </dgm:pt>
    <dgm:pt modelId="{F75F5276-E3F7-413C-97B7-E555B9CF2BAF}" type="sibTrans" cxnId="{7A027EF0-524F-4FCF-A967-D94A4F5F201C}">
      <dgm:prSet/>
      <dgm:spPr/>
      <dgm:t>
        <a:bodyPr/>
        <a:lstStyle/>
        <a:p>
          <a:endParaRPr lang="uk-UA"/>
        </a:p>
      </dgm:t>
    </dgm:pt>
    <dgm:pt modelId="{993AA42E-B4BF-4CAB-9EE2-05187AA4386E}">
      <dgm:prSet/>
      <dgm:spPr/>
      <dgm:t>
        <a:bodyPr/>
        <a:lstStyle/>
        <a:p>
          <a:pPr rtl="0"/>
          <a:r>
            <a:rPr lang="en-US" dirty="0" smtClean="0"/>
            <a:t>Indexing by date in pandas</a:t>
          </a:r>
          <a:endParaRPr lang="uk-UA" dirty="0"/>
        </a:p>
      </dgm:t>
    </dgm:pt>
    <dgm:pt modelId="{5F82FC0C-8E3D-4D48-AEA5-2873C56DE12D}" type="parTrans" cxnId="{CFBEED78-B70E-4323-BDF3-903D9218D87C}">
      <dgm:prSet/>
      <dgm:spPr/>
      <dgm:t>
        <a:bodyPr/>
        <a:lstStyle/>
        <a:p>
          <a:endParaRPr lang="uk-UA"/>
        </a:p>
      </dgm:t>
    </dgm:pt>
    <dgm:pt modelId="{A33F4FE9-DD05-4F45-90DB-93F8FBAF8622}" type="sibTrans" cxnId="{CFBEED78-B70E-4323-BDF3-903D9218D87C}">
      <dgm:prSet/>
      <dgm:spPr/>
      <dgm:t>
        <a:bodyPr/>
        <a:lstStyle/>
        <a:p>
          <a:endParaRPr lang="uk-UA"/>
        </a:p>
      </dgm:t>
    </dgm:pt>
    <dgm:pt modelId="{499D70DC-2801-4556-9A81-2A5E345E1EE7}">
      <dgm:prSet/>
      <dgm:spPr/>
      <dgm:t>
        <a:bodyPr/>
        <a:lstStyle/>
        <a:p>
          <a:pPr rtl="0"/>
          <a:r>
            <a:rPr lang="en-US" dirty="0" smtClean="0"/>
            <a:t>Resampling, rolling averages</a:t>
          </a:r>
          <a:endParaRPr lang="uk-UA" dirty="0"/>
        </a:p>
      </dgm:t>
    </dgm:pt>
    <dgm:pt modelId="{D95BE8CF-F376-4BC5-B841-BD7A10A3AF3F}" type="parTrans" cxnId="{46F93712-483D-446E-958A-A5D2AB9E8E7C}">
      <dgm:prSet/>
      <dgm:spPr/>
      <dgm:t>
        <a:bodyPr/>
        <a:lstStyle/>
        <a:p>
          <a:endParaRPr lang="uk-UA"/>
        </a:p>
      </dgm:t>
    </dgm:pt>
    <dgm:pt modelId="{7BE60604-99D3-4283-A830-4A02EA58582C}" type="sibTrans" cxnId="{46F93712-483D-446E-958A-A5D2AB9E8E7C}">
      <dgm:prSet/>
      <dgm:spPr/>
      <dgm:t>
        <a:bodyPr/>
        <a:lstStyle/>
        <a:p>
          <a:endParaRPr lang="uk-UA"/>
        </a:p>
      </dgm:t>
    </dgm:pt>
    <dgm:pt modelId="{AD5A6D9E-3FE5-43C1-A2A3-1E5A5F9523C3}" type="pres">
      <dgm:prSet presAssocID="{11E962C9-E5AA-404A-9F6F-3F8EA632434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97485B5B-9B68-4321-8A9B-9D746F30226C}" type="pres">
      <dgm:prSet presAssocID="{3EBEE941-A10F-4527-BE1A-8D9D77865C3F}" presName="circle1" presStyleLbl="node1" presStyleIdx="0" presStyleCnt="3"/>
      <dgm:spPr/>
    </dgm:pt>
    <dgm:pt modelId="{E4A88F2E-FD58-4860-9D63-7640D8B11CB1}" type="pres">
      <dgm:prSet presAssocID="{3EBEE941-A10F-4527-BE1A-8D9D77865C3F}" presName="space" presStyleCnt="0"/>
      <dgm:spPr/>
    </dgm:pt>
    <dgm:pt modelId="{AA45FC70-25DF-4890-8AC3-5DDEA22645BA}" type="pres">
      <dgm:prSet presAssocID="{3EBEE941-A10F-4527-BE1A-8D9D77865C3F}" presName="rect1" presStyleLbl="alignAcc1" presStyleIdx="0" presStyleCnt="3"/>
      <dgm:spPr/>
      <dgm:t>
        <a:bodyPr/>
        <a:lstStyle/>
        <a:p>
          <a:endParaRPr lang="uk-UA"/>
        </a:p>
      </dgm:t>
    </dgm:pt>
    <dgm:pt modelId="{494DFAE6-0087-4F1B-B2DA-1AFE2DDB57FC}" type="pres">
      <dgm:prSet presAssocID="{993AA42E-B4BF-4CAB-9EE2-05187AA4386E}" presName="vertSpace2" presStyleLbl="node1" presStyleIdx="0" presStyleCnt="3"/>
      <dgm:spPr/>
    </dgm:pt>
    <dgm:pt modelId="{F6529518-1A29-403F-B991-0DA606AC8550}" type="pres">
      <dgm:prSet presAssocID="{993AA42E-B4BF-4CAB-9EE2-05187AA4386E}" presName="circle2" presStyleLbl="node1" presStyleIdx="1" presStyleCnt="3"/>
      <dgm:spPr/>
    </dgm:pt>
    <dgm:pt modelId="{F99D66B1-7E87-49A1-A2A4-EB2B6EC1C784}" type="pres">
      <dgm:prSet presAssocID="{993AA42E-B4BF-4CAB-9EE2-05187AA4386E}" presName="rect2" presStyleLbl="alignAcc1" presStyleIdx="1" presStyleCnt="3"/>
      <dgm:spPr/>
    </dgm:pt>
    <dgm:pt modelId="{6A87D743-BA93-48D8-933E-778DE1C9DB65}" type="pres">
      <dgm:prSet presAssocID="{499D70DC-2801-4556-9A81-2A5E345E1EE7}" presName="vertSpace3" presStyleLbl="node1" presStyleIdx="1" presStyleCnt="3"/>
      <dgm:spPr/>
    </dgm:pt>
    <dgm:pt modelId="{E4A27CFE-89FD-4C76-8282-14885522272E}" type="pres">
      <dgm:prSet presAssocID="{499D70DC-2801-4556-9A81-2A5E345E1EE7}" presName="circle3" presStyleLbl="node1" presStyleIdx="2" presStyleCnt="3"/>
      <dgm:spPr/>
    </dgm:pt>
    <dgm:pt modelId="{48E9627A-36A1-4539-82EF-687B3C3794DD}" type="pres">
      <dgm:prSet presAssocID="{499D70DC-2801-4556-9A81-2A5E345E1EE7}" presName="rect3" presStyleLbl="alignAcc1" presStyleIdx="2" presStyleCnt="3"/>
      <dgm:spPr/>
    </dgm:pt>
    <dgm:pt modelId="{6D805167-E9D1-4446-95EF-4B89DD9DCEB8}" type="pres">
      <dgm:prSet presAssocID="{3EBEE941-A10F-4527-BE1A-8D9D77865C3F}" presName="rect1ParTxNoCh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E4B48E19-08E1-481D-BC95-EF63F622649F}" type="pres">
      <dgm:prSet presAssocID="{993AA42E-B4BF-4CAB-9EE2-05187AA4386E}" presName="rect2ParTxNoCh" presStyleLbl="alignAcc1" presStyleIdx="2" presStyleCnt="3">
        <dgm:presLayoutVars>
          <dgm:chMax val="1"/>
          <dgm:bulletEnabled val="1"/>
        </dgm:presLayoutVars>
      </dgm:prSet>
      <dgm:spPr/>
    </dgm:pt>
    <dgm:pt modelId="{2ADE8CEF-A85B-44DB-B7FF-98284EBD6BB4}" type="pres">
      <dgm:prSet presAssocID="{499D70DC-2801-4556-9A81-2A5E345E1EE7}" presName="rect3ParTxNoCh" presStyleLbl="alignAcc1" presStyleIdx="2" presStyleCnt="3">
        <dgm:presLayoutVars>
          <dgm:chMax val="1"/>
          <dgm:bulletEnabled val="1"/>
        </dgm:presLayoutVars>
      </dgm:prSet>
      <dgm:spPr/>
    </dgm:pt>
  </dgm:ptLst>
  <dgm:cxnLst>
    <dgm:cxn modelId="{46F93712-483D-446E-958A-A5D2AB9E8E7C}" srcId="{11E962C9-E5AA-404A-9F6F-3F8EA632434D}" destId="{499D70DC-2801-4556-9A81-2A5E345E1EE7}" srcOrd="2" destOrd="0" parTransId="{D95BE8CF-F376-4BC5-B841-BD7A10A3AF3F}" sibTransId="{7BE60604-99D3-4283-A830-4A02EA58582C}"/>
    <dgm:cxn modelId="{6D7C06D1-D474-4803-842C-0EF954214C68}" type="presOf" srcId="{3EBEE941-A10F-4527-BE1A-8D9D77865C3F}" destId="{AA45FC70-25DF-4890-8AC3-5DDEA22645BA}" srcOrd="0" destOrd="0" presId="urn:microsoft.com/office/officeart/2005/8/layout/target3"/>
    <dgm:cxn modelId="{34D6F1F8-D943-4ED0-94CE-F3E69719A93B}" type="presOf" srcId="{993AA42E-B4BF-4CAB-9EE2-05187AA4386E}" destId="{E4B48E19-08E1-481D-BC95-EF63F622649F}" srcOrd="1" destOrd="0" presId="urn:microsoft.com/office/officeart/2005/8/layout/target3"/>
    <dgm:cxn modelId="{7A027EF0-524F-4FCF-A967-D94A4F5F201C}" srcId="{11E962C9-E5AA-404A-9F6F-3F8EA632434D}" destId="{3EBEE941-A10F-4527-BE1A-8D9D77865C3F}" srcOrd="0" destOrd="0" parTransId="{122763F9-DC6B-4A61-80DE-0215319983C2}" sibTransId="{F75F5276-E3F7-413C-97B7-E555B9CF2BAF}"/>
    <dgm:cxn modelId="{A5E1A458-5C7B-4A2A-BA04-C9BD8EBF0BFC}" type="presOf" srcId="{3EBEE941-A10F-4527-BE1A-8D9D77865C3F}" destId="{6D805167-E9D1-4446-95EF-4B89DD9DCEB8}" srcOrd="1" destOrd="0" presId="urn:microsoft.com/office/officeart/2005/8/layout/target3"/>
    <dgm:cxn modelId="{7B7F76A2-0E79-4013-9676-054383CD58FC}" type="presOf" srcId="{499D70DC-2801-4556-9A81-2A5E345E1EE7}" destId="{48E9627A-36A1-4539-82EF-687B3C3794DD}" srcOrd="0" destOrd="0" presId="urn:microsoft.com/office/officeart/2005/8/layout/target3"/>
    <dgm:cxn modelId="{973FC098-EDD5-4CE5-B958-D9EDB3E50E91}" type="presOf" srcId="{993AA42E-B4BF-4CAB-9EE2-05187AA4386E}" destId="{F99D66B1-7E87-49A1-A2A4-EB2B6EC1C784}" srcOrd="0" destOrd="0" presId="urn:microsoft.com/office/officeart/2005/8/layout/target3"/>
    <dgm:cxn modelId="{D663E3CA-5E37-48DF-946F-FEA71D985991}" type="presOf" srcId="{499D70DC-2801-4556-9A81-2A5E345E1EE7}" destId="{2ADE8CEF-A85B-44DB-B7FF-98284EBD6BB4}" srcOrd="1" destOrd="0" presId="urn:microsoft.com/office/officeart/2005/8/layout/target3"/>
    <dgm:cxn modelId="{CFBEED78-B70E-4323-BDF3-903D9218D87C}" srcId="{11E962C9-E5AA-404A-9F6F-3F8EA632434D}" destId="{993AA42E-B4BF-4CAB-9EE2-05187AA4386E}" srcOrd="1" destOrd="0" parTransId="{5F82FC0C-8E3D-4D48-AEA5-2873C56DE12D}" sibTransId="{A33F4FE9-DD05-4F45-90DB-93F8FBAF8622}"/>
    <dgm:cxn modelId="{C5DF214A-5380-4BC1-9F32-DDC362CADFEF}" type="presOf" srcId="{11E962C9-E5AA-404A-9F6F-3F8EA632434D}" destId="{AD5A6D9E-3FE5-43C1-A2A3-1E5A5F9523C3}" srcOrd="0" destOrd="0" presId="urn:microsoft.com/office/officeart/2005/8/layout/target3"/>
    <dgm:cxn modelId="{0B459AC2-2111-442D-B11B-3934920839D9}" type="presParOf" srcId="{AD5A6D9E-3FE5-43C1-A2A3-1E5A5F9523C3}" destId="{97485B5B-9B68-4321-8A9B-9D746F30226C}" srcOrd="0" destOrd="0" presId="urn:microsoft.com/office/officeart/2005/8/layout/target3"/>
    <dgm:cxn modelId="{E54B9409-0062-447A-81E8-6F60DA6CFAE5}" type="presParOf" srcId="{AD5A6D9E-3FE5-43C1-A2A3-1E5A5F9523C3}" destId="{E4A88F2E-FD58-4860-9D63-7640D8B11CB1}" srcOrd="1" destOrd="0" presId="urn:microsoft.com/office/officeart/2005/8/layout/target3"/>
    <dgm:cxn modelId="{0C3C8CA8-6DAC-43D3-9D25-C41672445866}" type="presParOf" srcId="{AD5A6D9E-3FE5-43C1-A2A3-1E5A5F9523C3}" destId="{AA45FC70-25DF-4890-8AC3-5DDEA22645BA}" srcOrd="2" destOrd="0" presId="urn:microsoft.com/office/officeart/2005/8/layout/target3"/>
    <dgm:cxn modelId="{40C149A5-D895-47F7-A4F6-968B7FFBBD99}" type="presParOf" srcId="{AD5A6D9E-3FE5-43C1-A2A3-1E5A5F9523C3}" destId="{494DFAE6-0087-4F1B-B2DA-1AFE2DDB57FC}" srcOrd="3" destOrd="0" presId="urn:microsoft.com/office/officeart/2005/8/layout/target3"/>
    <dgm:cxn modelId="{0B3C1480-B612-4BB4-B905-6AAF5174A1FA}" type="presParOf" srcId="{AD5A6D9E-3FE5-43C1-A2A3-1E5A5F9523C3}" destId="{F6529518-1A29-403F-B991-0DA606AC8550}" srcOrd="4" destOrd="0" presId="urn:microsoft.com/office/officeart/2005/8/layout/target3"/>
    <dgm:cxn modelId="{F7B420F4-4D2D-42F0-9BCA-54F32A2D129F}" type="presParOf" srcId="{AD5A6D9E-3FE5-43C1-A2A3-1E5A5F9523C3}" destId="{F99D66B1-7E87-49A1-A2A4-EB2B6EC1C784}" srcOrd="5" destOrd="0" presId="urn:microsoft.com/office/officeart/2005/8/layout/target3"/>
    <dgm:cxn modelId="{7A54349C-A304-4ED1-8F4E-701D1BB08D7A}" type="presParOf" srcId="{AD5A6D9E-3FE5-43C1-A2A3-1E5A5F9523C3}" destId="{6A87D743-BA93-48D8-933E-778DE1C9DB65}" srcOrd="6" destOrd="0" presId="urn:microsoft.com/office/officeart/2005/8/layout/target3"/>
    <dgm:cxn modelId="{9A1F794A-F51D-4D84-9715-52F6BE0F6A28}" type="presParOf" srcId="{AD5A6D9E-3FE5-43C1-A2A3-1E5A5F9523C3}" destId="{E4A27CFE-89FD-4C76-8282-14885522272E}" srcOrd="7" destOrd="0" presId="urn:microsoft.com/office/officeart/2005/8/layout/target3"/>
    <dgm:cxn modelId="{DFEF5A28-B467-4BD7-A1A1-964C7DD05EF5}" type="presParOf" srcId="{AD5A6D9E-3FE5-43C1-A2A3-1E5A5F9523C3}" destId="{48E9627A-36A1-4539-82EF-687B3C3794DD}" srcOrd="8" destOrd="0" presId="urn:microsoft.com/office/officeart/2005/8/layout/target3"/>
    <dgm:cxn modelId="{18CFEC49-0A84-4FAE-B249-04AE6D73B8ED}" type="presParOf" srcId="{AD5A6D9E-3FE5-43C1-A2A3-1E5A5F9523C3}" destId="{6D805167-E9D1-4446-95EF-4B89DD9DCEB8}" srcOrd="9" destOrd="0" presId="urn:microsoft.com/office/officeart/2005/8/layout/target3"/>
    <dgm:cxn modelId="{14A5BD2F-C40C-4A17-A5BF-37A8638AE791}" type="presParOf" srcId="{AD5A6D9E-3FE5-43C1-A2A3-1E5A5F9523C3}" destId="{E4B48E19-08E1-481D-BC95-EF63F622649F}" srcOrd="10" destOrd="0" presId="urn:microsoft.com/office/officeart/2005/8/layout/target3"/>
    <dgm:cxn modelId="{B108329D-DCCD-43B0-A0E8-B4E66EC6F1E9}" type="presParOf" srcId="{AD5A6D9E-3FE5-43C1-A2A3-1E5A5F9523C3}" destId="{2ADE8CEF-A85B-44DB-B7FF-98284EBD6BB4}" srcOrd="11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0D8CA21-A044-421C-9C9C-FFF7621FAF5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F70D9386-5140-4365-9350-33DBA1384B96}">
      <dgm:prSet/>
      <dgm:spPr/>
      <dgm:t>
        <a:bodyPr/>
        <a:lstStyle/>
        <a:p>
          <a:pPr rtl="0"/>
          <a:r>
            <a:rPr lang="en-US" b="1" i="0" baseline="0" dirty="0" smtClean="0"/>
            <a:t>Outcome / Target /Response / Dependent variable</a:t>
          </a:r>
          <a:endParaRPr lang="uk-UA" dirty="0"/>
        </a:p>
      </dgm:t>
    </dgm:pt>
    <dgm:pt modelId="{9A4D2631-A420-432B-AC72-491EB3457BB0}" type="parTrans" cxnId="{FEB99F3D-14B7-4FB3-A8DD-3DF82B2969EE}">
      <dgm:prSet/>
      <dgm:spPr/>
      <dgm:t>
        <a:bodyPr/>
        <a:lstStyle/>
        <a:p>
          <a:endParaRPr lang="uk-UA"/>
        </a:p>
      </dgm:t>
    </dgm:pt>
    <dgm:pt modelId="{FF7D4783-589E-4306-BAB1-DBC7EB5965A8}" type="sibTrans" cxnId="{FEB99F3D-14B7-4FB3-A8DD-3DF82B2969EE}">
      <dgm:prSet/>
      <dgm:spPr/>
      <dgm:t>
        <a:bodyPr/>
        <a:lstStyle/>
        <a:p>
          <a:endParaRPr lang="uk-UA"/>
        </a:p>
      </dgm:t>
    </dgm:pt>
    <dgm:pt modelId="{062C6650-E94D-4309-B6E9-18D381CE073D}">
      <dgm:prSet/>
      <dgm:spPr/>
      <dgm:t>
        <a:bodyPr/>
        <a:lstStyle/>
        <a:p>
          <a:pPr rtl="0"/>
          <a:r>
            <a:rPr lang="en-US" b="0" i="0" baseline="0" smtClean="0"/>
            <a:t>The variable you want to explain or predict</a:t>
          </a:r>
          <a:endParaRPr lang="uk-UA"/>
        </a:p>
      </dgm:t>
    </dgm:pt>
    <dgm:pt modelId="{4EA354F9-0D5C-44DE-BFD5-7EF9424FAB20}" type="parTrans" cxnId="{4E628E61-866B-4D52-9F73-05BCFF460D4B}">
      <dgm:prSet/>
      <dgm:spPr/>
      <dgm:t>
        <a:bodyPr/>
        <a:lstStyle/>
        <a:p>
          <a:endParaRPr lang="uk-UA"/>
        </a:p>
      </dgm:t>
    </dgm:pt>
    <dgm:pt modelId="{D07E25C5-7D4C-4220-8E57-B5BB9D6E9077}" type="sibTrans" cxnId="{4E628E61-866B-4D52-9F73-05BCFF460D4B}">
      <dgm:prSet/>
      <dgm:spPr/>
      <dgm:t>
        <a:bodyPr/>
        <a:lstStyle/>
        <a:p>
          <a:endParaRPr lang="uk-UA"/>
        </a:p>
      </dgm:t>
    </dgm:pt>
    <dgm:pt modelId="{B788619C-E09A-4244-8BB0-4D987BFA1CDD}">
      <dgm:prSet/>
      <dgm:spPr/>
      <dgm:t>
        <a:bodyPr/>
        <a:lstStyle/>
        <a:p>
          <a:pPr rtl="0"/>
          <a:r>
            <a:rPr lang="en-US" b="0" i="0" baseline="0" smtClean="0"/>
            <a:t>Usually denoted as </a:t>
          </a:r>
          <a:r>
            <a:rPr lang="en-US" b="1" i="0" baseline="0" smtClean="0"/>
            <a:t>Y</a:t>
          </a:r>
          <a:endParaRPr lang="uk-UA"/>
        </a:p>
      </dgm:t>
    </dgm:pt>
    <dgm:pt modelId="{B6483F88-D6FC-4C30-A7DF-F0A40015A2F6}" type="parTrans" cxnId="{53DBF6CB-1CDA-402A-8537-D3A8F2F2851A}">
      <dgm:prSet/>
      <dgm:spPr/>
      <dgm:t>
        <a:bodyPr/>
        <a:lstStyle/>
        <a:p>
          <a:endParaRPr lang="uk-UA"/>
        </a:p>
      </dgm:t>
    </dgm:pt>
    <dgm:pt modelId="{2D896B23-58B4-4450-A8B8-2490E67D0205}" type="sibTrans" cxnId="{53DBF6CB-1CDA-402A-8537-D3A8F2F2851A}">
      <dgm:prSet/>
      <dgm:spPr/>
      <dgm:t>
        <a:bodyPr/>
        <a:lstStyle/>
        <a:p>
          <a:endParaRPr lang="uk-UA"/>
        </a:p>
      </dgm:t>
    </dgm:pt>
    <dgm:pt modelId="{4BC9078A-D95C-425C-8401-870FDCC2CA7C}">
      <dgm:prSet/>
      <dgm:spPr/>
      <dgm:t>
        <a:bodyPr/>
        <a:lstStyle/>
        <a:p>
          <a:pPr rtl="0"/>
          <a:r>
            <a:rPr lang="en-US" b="0" i="0" baseline="0" dirty="0" smtClean="0"/>
            <a:t>Examples: exam score, sales revenue, patient recovery, churn (</a:t>
          </a:r>
          <a:r>
            <a:rPr lang="en-US" b="0" i="0" baseline="0" smtClean="0"/>
            <a:t>yes/no)</a:t>
          </a:r>
          <a:endParaRPr lang="uk-UA" dirty="0"/>
        </a:p>
      </dgm:t>
    </dgm:pt>
    <dgm:pt modelId="{EA4C9C17-3674-4595-9A12-BBDE453A524A}" type="parTrans" cxnId="{81D15673-68B6-45A3-9127-71B6716DB7D6}">
      <dgm:prSet/>
      <dgm:spPr/>
      <dgm:t>
        <a:bodyPr/>
        <a:lstStyle/>
        <a:p>
          <a:endParaRPr lang="uk-UA"/>
        </a:p>
      </dgm:t>
    </dgm:pt>
    <dgm:pt modelId="{A4E2532B-96AE-4C11-AF07-CC4B5A88D9E9}" type="sibTrans" cxnId="{81D15673-68B6-45A3-9127-71B6716DB7D6}">
      <dgm:prSet/>
      <dgm:spPr/>
      <dgm:t>
        <a:bodyPr/>
        <a:lstStyle/>
        <a:p>
          <a:endParaRPr lang="uk-UA"/>
        </a:p>
      </dgm:t>
    </dgm:pt>
    <dgm:pt modelId="{C8DDA0C5-A973-4C0C-ACDD-8006A78F25B2}">
      <dgm:prSet/>
      <dgm:spPr/>
      <dgm:t>
        <a:bodyPr/>
        <a:lstStyle/>
        <a:p>
          <a:pPr rtl="0"/>
          <a:r>
            <a:rPr lang="en-US" b="1" i="0" baseline="0" dirty="0" smtClean="0"/>
            <a:t>Predictors / Features /Explanatory/ Independent variables</a:t>
          </a:r>
          <a:endParaRPr lang="uk-UA" dirty="0"/>
        </a:p>
      </dgm:t>
    </dgm:pt>
    <dgm:pt modelId="{F673C77D-8021-4597-A97B-5C5434454EDC}" type="parTrans" cxnId="{DE6BBD50-B7D3-467F-8000-48C5405046CA}">
      <dgm:prSet/>
      <dgm:spPr/>
      <dgm:t>
        <a:bodyPr/>
        <a:lstStyle/>
        <a:p>
          <a:endParaRPr lang="uk-UA"/>
        </a:p>
      </dgm:t>
    </dgm:pt>
    <dgm:pt modelId="{3BC5BC91-F272-4342-B461-91B13E0A1604}" type="sibTrans" cxnId="{DE6BBD50-B7D3-467F-8000-48C5405046CA}">
      <dgm:prSet/>
      <dgm:spPr/>
      <dgm:t>
        <a:bodyPr/>
        <a:lstStyle/>
        <a:p>
          <a:endParaRPr lang="uk-UA"/>
        </a:p>
      </dgm:t>
    </dgm:pt>
    <dgm:pt modelId="{E569669E-A27F-4393-BA8D-E71041E6DB98}">
      <dgm:prSet/>
      <dgm:spPr/>
      <dgm:t>
        <a:bodyPr/>
        <a:lstStyle/>
        <a:p>
          <a:pPr rtl="0"/>
          <a:r>
            <a:rPr lang="en-US" b="0" i="0" baseline="0" smtClean="0"/>
            <a:t>Variables used to explain or predict the outcome</a:t>
          </a:r>
          <a:endParaRPr lang="uk-UA"/>
        </a:p>
      </dgm:t>
    </dgm:pt>
    <dgm:pt modelId="{AA8B5DE1-04F4-4E28-91C2-50E61EB127F9}" type="parTrans" cxnId="{18CE5B43-F840-4A8F-B0EA-E8EF91F88C8D}">
      <dgm:prSet/>
      <dgm:spPr/>
      <dgm:t>
        <a:bodyPr/>
        <a:lstStyle/>
        <a:p>
          <a:endParaRPr lang="uk-UA"/>
        </a:p>
      </dgm:t>
    </dgm:pt>
    <dgm:pt modelId="{F34C21F7-D9C9-4EBD-AA57-4B7090909EA3}" type="sibTrans" cxnId="{18CE5B43-F840-4A8F-B0EA-E8EF91F88C8D}">
      <dgm:prSet/>
      <dgm:spPr/>
      <dgm:t>
        <a:bodyPr/>
        <a:lstStyle/>
        <a:p>
          <a:endParaRPr lang="uk-UA"/>
        </a:p>
      </dgm:t>
    </dgm:pt>
    <dgm:pt modelId="{2C504F87-EF65-4D8A-8D54-5DE65E077B51}">
      <dgm:prSet/>
      <dgm:spPr/>
      <dgm:t>
        <a:bodyPr/>
        <a:lstStyle/>
        <a:p>
          <a:pPr rtl="0"/>
          <a:r>
            <a:rPr lang="en-US" b="0" i="0" baseline="0" smtClean="0"/>
            <a:t>Usually denoted as </a:t>
          </a:r>
          <a:r>
            <a:rPr lang="en-US" b="1" i="0" baseline="0" smtClean="0"/>
            <a:t>X1, X2, …, Xn</a:t>
          </a:r>
          <a:endParaRPr lang="uk-UA"/>
        </a:p>
      </dgm:t>
    </dgm:pt>
    <dgm:pt modelId="{B4A9BFF8-ECEC-4B34-A219-89BE1E858B73}" type="parTrans" cxnId="{F8D5226D-6366-4F20-8B51-3851248F0266}">
      <dgm:prSet/>
      <dgm:spPr/>
      <dgm:t>
        <a:bodyPr/>
        <a:lstStyle/>
        <a:p>
          <a:endParaRPr lang="uk-UA"/>
        </a:p>
      </dgm:t>
    </dgm:pt>
    <dgm:pt modelId="{11355485-016E-486C-B506-1AB8D6BE20A2}" type="sibTrans" cxnId="{F8D5226D-6366-4F20-8B51-3851248F0266}">
      <dgm:prSet/>
      <dgm:spPr/>
      <dgm:t>
        <a:bodyPr/>
        <a:lstStyle/>
        <a:p>
          <a:endParaRPr lang="uk-UA"/>
        </a:p>
      </dgm:t>
    </dgm:pt>
    <dgm:pt modelId="{AD35AE7E-9E26-441C-9F87-33E2D96A8897}">
      <dgm:prSet/>
      <dgm:spPr/>
      <dgm:t>
        <a:bodyPr/>
        <a:lstStyle/>
        <a:p>
          <a:pPr rtl="0"/>
          <a:r>
            <a:rPr lang="en-US" b="0" i="0" baseline="0" smtClean="0"/>
            <a:t>Examples: study hours, advertising budget, patient age, customer visits</a:t>
          </a:r>
          <a:endParaRPr lang="uk-UA"/>
        </a:p>
      </dgm:t>
    </dgm:pt>
    <dgm:pt modelId="{401C2293-F555-4B17-BBFD-CE1C8704875B}" type="parTrans" cxnId="{B7217734-BAF4-4FEE-8040-AFB0E73381E0}">
      <dgm:prSet/>
      <dgm:spPr/>
      <dgm:t>
        <a:bodyPr/>
        <a:lstStyle/>
        <a:p>
          <a:endParaRPr lang="uk-UA"/>
        </a:p>
      </dgm:t>
    </dgm:pt>
    <dgm:pt modelId="{4AB4CDEC-9090-439F-886E-26828AD1567E}" type="sibTrans" cxnId="{B7217734-BAF4-4FEE-8040-AFB0E73381E0}">
      <dgm:prSet/>
      <dgm:spPr/>
      <dgm:t>
        <a:bodyPr/>
        <a:lstStyle/>
        <a:p>
          <a:endParaRPr lang="uk-UA"/>
        </a:p>
      </dgm:t>
    </dgm:pt>
    <dgm:pt modelId="{C65BCEC7-77B5-404D-B7DA-E698A1031725}" type="pres">
      <dgm:prSet presAssocID="{50D8CA21-A044-421C-9C9C-FFF7621FAF50}" presName="linear" presStyleCnt="0">
        <dgm:presLayoutVars>
          <dgm:animLvl val="lvl"/>
          <dgm:resizeHandles val="exact"/>
        </dgm:presLayoutVars>
      </dgm:prSet>
      <dgm:spPr/>
    </dgm:pt>
    <dgm:pt modelId="{E48E16B1-F174-4A52-A1F0-30DEABF68CBC}" type="pres">
      <dgm:prSet presAssocID="{F70D9386-5140-4365-9350-33DBA1384B96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4405318A-1D8F-49B6-BD55-4A9D085A0FC3}" type="pres">
      <dgm:prSet presAssocID="{F70D9386-5140-4365-9350-33DBA1384B96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55B9FE60-ECE6-4512-8354-49EC453F3C93}" type="pres">
      <dgm:prSet presAssocID="{C8DDA0C5-A973-4C0C-ACDD-8006A78F25B2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2C77C6E4-BDFF-4E3E-B70A-E07B2374162F}" type="pres">
      <dgm:prSet presAssocID="{C8DDA0C5-A973-4C0C-ACDD-8006A78F25B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8CE5B43-F840-4A8F-B0EA-E8EF91F88C8D}" srcId="{C8DDA0C5-A973-4C0C-ACDD-8006A78F25B2}" destId="{E569669E-A27F-4393-BA8D-E71041E6DB98}" srcOrd="0" destOrd="0" parTransId="{AA8B5DE1-04F4-4E28-91C2-50E61EB127F9}" sibTransId="{F34C21F7-D9C9-4EBD-AA57-4B7090909EA3}"/>
    <dgm:cxn modelId="{665AD9CB-7D1D-4EF3-B1AA-041DD4D81CFF}" type="presOf" srcId="{E569669E-A27F-4393-BA8D-E71041E6DB98}" destId="{2C77C6E4-BDFF-4E3E-B70A-E07B2374162F}" srcOrd="0" destOrd="0" presId="urn:microsoft.com/office/officeart/2005/8/layout/vList2"/>
    <dgm:cxn modelId="{81D15673-68B6-45A3-9127-71B6716DB7D6}" srcId="{F70D9386-5140-4365-9350-33DBA1384B96}" destId="{4BC9078A-D95C-425C-8401-870FDCC2CA7C}" srcOrd="2" destOrd="0" parTransId="{EA4C9C17-3674-4595-9A12-BBDE453A524A}" sibTransId="{A4E2532B-96AE-4C11-AF07-CC4B5A88D9E9}"/>
    <dgm:cxn modelId="{53DBF6CB-1CDA-402A-8537-D3A8F2F2851A}" srcId="{F70D9386-5140-4365-9350-33DBA1384B96}" destId="{B788619C-E09A-4244-8BB0-4D987BFA1CDD}" srcOrd="1" destOrd="0" parTransId="{B6483F88-D6FC-4C30-A7DF-F0A40015A2F6}" sibTransId="{2D896B23-58B4-4450-A8B8-2490E67D0205}"/>
    <dgm:cxn modelId="{4E628E61-866B-4D52-9F73-05BCFF460D4B}" srcId="{F70D9386-5140-4365-9350-33DBA1384B96}" destId="{062C6650-E94D-4309-B6E9-18D381CE073D}" srcOrd="0" destOrd="0" parTransId="{4EA354F9-0D5C-44DE-BFD5-7EF9424FAB20}" sibTransId="{D07E25C5-7D4C-4220-8E57-B5BB9D6E9077}"/>
    <dgm:cxn modelId="{20A0EC3C-AF0A-47EA-8CA9-93ACCC61F430}" type="presOf" srcId="{2C504F87-EF65-4D8A-8D54-5DE65E077B51}" destId="{2C77C6E4-BDFF-4E3E-B70A-E07B2374162F}" srcOrd="0" destOrd="1" presId="urn:microsoft.com/office/officeart/2005/8/layout/vList2"/>
    <dgm:cxn modelId="{10A76D26-53B2-40D6-8513-BBDA548AA27B}" type="presOf" srcId="{062C6650-E94D-4309-B6E9-18D381CE073D}" destId="{4405318A-1D8F-49B6-BD55-4A9D085A0FC3}" srcOrd="0" destOrd="0" presId="urn:microsoft.com/office/officeart/2005/8/layout/vList2"/>
    <dgm:cxn modelId="{8BFF2C46-3AA7-4799-8CBA-DD056E2D17A3}" type="presOf" srcId="{4BC9078A-D95C-425C-8401-870FDCC2CA7C}" destId="{4405318A-1D8F-49B6-BD55-4A9D085A0FC3}" srcOrd="0" destOrd="2" presId="urn:microsoft.com/office/officeart/2005/8/layout/vList2"/>
    <dgm:cxn modelId="{8CE76779-3D26-488A-BF69-C7ED10953AFA}" type="presOf" srcId="{F70D9386-5140-4365-9350-33DBA1384B96}" destId="{E48E16B1-F174-4A52-A1F0-30DEABF68CBC}" srcOrd="0" destOrd="0" presId="urn:microsoft.com/office/officeart/2005/8/layout/vList2"/>
    <dgm:cxn modelId="{F8D5226D-6366-4F20-8B51-3851248F0266}" srcId="{C8DDA0C5-A973-4C0C-ACDD-8006A78F25B2}" destId="{2C504F87-EF65-4D8A-8D54-5DE65E077B51}" srcOrd="1" destOrd="0" parTransId="{B4A9BFF8-ECEC-4B34-A219-89BE1E858B73}" sibTransId="{11355485-016E-486C-B506-1AB8D6BE20A2}"/>
    <dgm:cxn modelId="{B7DF1528-EBF8-459B-867A-7A85046D0288}" type="presOf" srcId="{B788619C-E09A-4244-8BB0-4D987BFA1CDD}" destId="{4405318A-1D8F-49B6-BD55-4A9D085A0FC3}" srcOrd="0" destOrd="1" presId="urn:microsoft.com/office/officeart/2005/8/layout/vList2"/>
    <dgm:cxn modelId="{B7217734-BAF4-4FEE-8040-AFB0E73381E0}" srcId="{C8DDA0C5-A973-4C0C-ACDD-8006A78F25B2}" destId="{AD35AE7E-9E26-441C-9F87-33E2D96A8897}" srcOrd="2" destOrd="0" parTransId="{401C2293-F555-4B17-BBFD-CE1C8704875B}" sibTransId="{4AB4CDEC-9090-439F-886E-26828AD1567E}"/>
    <dgm:cxn modelId="{DE6BBD50-B7D3-467F-8000-48C5405046CA}" srcId="{50D8CA21-A044-421C-9C9C-FFF7621FAF50}" destId="{C8DDA0C5-A973-4C0C-ACDD-8006A78F25B2}" srcOrd="1" destOrd="0" parTransId="{F673C77D-8021-4597-A97B-5C5434454EDC}" sibTransId="{3BC5BC91-F272-4342-B461-91B13E0A1604}"/>
    <dgm:cxn modelId="{08656B24-7985-48EA-A197-DDDC8E03A500}" type="presOf" srcId="{C8DDA0C5-A973-4C0C-ACDD-8006A78F25B2}" destId="{55B9FE60-ECE6-4512-8354-49EC453F3C93}" srcOrd="0" destOrd="0" presId="urn:microsoft.com/office/officeart/2005/8/layout/vList2"/>
    <dgm:cxn modelId="{8D85BA0E-7393-404A-948F-B3D856442C3A}" type="presOf" srcId="{50D8CA21-A044-421C-9C9C-FFF7621FAF50}" destId="{C65BCEC7-77B5-404D-B7DA-E698A1031725}" srcOrd="0" destOrd="0" presId="urn:microsoft.com/office/officeart/2005/8/layout/vList2"/>
    <dgm:cxn modelId="{0B6DA719-FF9D-443F-BE56-1AB56934F9BC}" type="presOf" srcId="{AD35AE7E-9E26-441C-9F87-33E2D96A8897}" destId="{2C77C6E4-BDFF-4E3E-B70A-E07B2374162F}" srcOrd="0" destOrd="2" presId="urn:microsoft.com/office/officeart/2005/8/layout/vList2"/>
    <dgm:cxn modelId="{FEB99F3D-14B7-4FB3-A8DD-3DF82B2969EE}" srcId="{50D8CA21-A044-421C-9C9C-FFF7621FAF50}" destId="{F70D9386-5140-4365-9350-33DBA1384B96}" srcOrd="0" destOrd="0" parTransId="{9A4D2631-A420-432B-AC72-491EB3457BB0}" sibTransId="{FF7D4783-589E-4306-BAB1-DBC7EB5965A8}"/>
    <dgm:cxn modelId="{CD1C3CA9-5BE8-4DFD-BAB3-904107904979}" type="presParOf" srcId="{C65BCEC7-77B5-404D-B7DA-E698A1031725}" destId="{E48E16B1-F174-4A52-A1F0-30DEABF68CBC}" srcOrd="0" destOrd="0" presId="urn:microsoft.com/office/officeart/2005/8/layout/vList2"/>
    <dgm:cxn modelId="{F6E582A8-A09C-4C56-A680-7C3D8BD9D28D}" type="presParOf" srcId="{C65BCEC7-77B5-404D-B7DA-E698A1031725}" destId="{4405318A-1D8F-49B6-BD55-4A9D085A0FC3}" srcOrd="1" destOrd="0" presId="urn:microsoft.com/office/officeart/2005/8/layout/vList2"/>
    <dgm:cxn modelId="{B05E7381-BBA0-4314-87E1-251B1993C684}" type="presParOf" srcId="{C65BCEC7-77B5-404D-B7DA-E698A1031725}" destId="{55B9FE60-ECE6-4512-8354-49EC453F3C93}" srcOrd="2" destOrd="0" presId="urn:microsoft.com/office/officeart/2005/8/layout/vList2"/>
    <dgm:cxn modelId="{D1B144AE-2F47-420A-AF39-67C825ACFA7D}" type="presParOf" srcId="{C65BCEC7-77B5-404D-B7DA-E698A1031725}" destId="{2C77C6E4-BDFF-4E3E-B70A-E07B2374162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1643E73-7E84-405D-BDEB-B90053DEAAF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7A55B29-1E93-45DD-8583-B6B16A77F985}">
      <dgm:prSet/>
      <dgm:spPr/>
      <dgm:t>
        <a:bodyPr/>
        <a:lstStyle/>
        <a:p>
          <a:pPr rtl="0"/>
          <a:r>
            <a:rPr lang="en-US" dirty="0" smtClean="0"/>
            <a:t>Outcome = the result / “what happens”</a:t>
          </a:r>
          <a:endParaRPr lang="uk-UA" dirty="0"/>
        </a:p>
      </dgm:t>
    </dgm:pt>
    <dgm:pt modelId="{F65D0D3A-CAB5-4FEB-ABB9-75F58A3531EA}" type="parTrans" cxnId="{AB8C97B9-A31D-40C9-86F5-CDF138C70821}">
      <dgm:prSet/>
      <dgm:spPr/>
      <dgm:t>
        <a:bodyPr/>
        <a:lstStyle/>
        <a:p>
          <a:endParaRPr lang="uk-UA"/>
        </a:p>
      </dgm:t>
    </dgm:pt>
    <dgm:pt modelId="{7555A024-49E4-450F-B73B-00057B83EAAB}" type="sibTrans" cxnId="{AB8C97B9-A31D-40C9-86F5-CDF138C70821}">
      <dgm:prSet/>
      <dgm:spPr/>
      <dgm:t>
        <a:bodyPr/>
        <a:lstStyle/>
        <a:p>
          <a:endParaRPr lang="uk-UA"/>
        </a:p>
      </dgm:t>
    </dgm:pt>
    <dgm:pt modelId="{56A02C89-9C42-4B81-B2C1-BFCABCF3E5C6}">
      <dgm:prSet/>
      <dgm:spPr/>
      <dgm:t>
        <a:bodyPr/>
        <a:lstStyle/>
        <a:p>
          <a:pPr rtl="0"/>
          <a:r>
            <a:rPr lang="en-US" smtClean="0"/>
            <a:t>Predictors = influencing factors / “why it happens”</a:t>
          </a:r>
          <a:endParaRPr lang="uk-UA"/>
        </a:p>
      </dgm:t>
    </dgm:pt>
    <dgm:pt modelId="{A18606B7-F23A-4708-95A4-D48D69257C08}" type="parTrans" cxnId="{F9A55832-A52E-49D6-90DC-1B33DA76C675}">
      <dgm:prSet/>
      <dgm:spPr/>
      <dgm:t>
        <a:bodyPr/>
        <a:lstStyle/>
        <a:p>
          <a:endParaRPr lang="uk-UA"/>
        </a:p>
      </dgm:t>
    </dgm:pt>
    <dgm:pt modelId="{B5AE413A-DF23-4868-A8BD-56D91CC60CEA}" type="sibTrans" cxnId="{F9A55832-A52E-49D6-90DC-1B33DA76C675}">
      <dgm:prSet/>
      <dgm:spPr/>
      <dgm:t>
        <a:bodyPr/>
        <a:lstStyle/>
        <a:p>
          <a:endParaRPr lang="uk-UA"/>
        </a:p>
      </dgm:t>
    </dgm:pt>
    <dgm:pt modelId="{37E3AF0A-1E9F-4444-B1F5-33BD997E709D}">
      <dgm:prSet/>
      <dgm:spPr/>
      <dgm:t>
        <a:bodyPr/>
        <a:lstStyle/>
        <a:p>
          <a:pPr rtl="0"/>
          <a:r>
            <a:rPr lang="en-US" b="1" dirty="0" smtClean="0"/>
            <a:t>Analogies</a:t>
          </a:r>
          <a:endParaRPr lang="uk-UA" dirty="0"/>
        </a:p>
      </dgm:t>
    </dgm:pt>
    <dgm:pt modelId="{B9ADE203-95BB-4587-A541-7747E9914EF0}" type="sibTrans" cxnId="{2411DFD5-4827-4FD2-941E-A08240D3D7F1}">
      <dgm:prSet/>
      <dgm:spPr/>
      <dgm:t>
        <a:bodyPr/>
        <a:lstStyle/>
        <a:p>
          <a:endParaRPr lang="uk-UA"/>
        </a:p>
      </dgm:t>
    </dgm:pt>
    <dgm:pt modelId="{72406130-8DB6-48E7-9E48-FA7B10C7918C}" type="parTrans" cxnId="{2411DFD5-4827-4FD2-941E-A08240D3D7F1}">
      <dgm:prSet/>
      <dgm:spPr/>
      <dgm:t>
        <a:bodyPr/>
        <a:lstStyle/>
        <a:p>
          <a:endParaRPr lang="uk-UA"/>
        </a:p>
      </dgm:t>
    </dgm:pt>
    <dgm:pt modelId="{6DB38B9D-1DB1-4C16-88CF-29E04A8DCA11}">
      <dgm:prSet/>
      <dgm:spPr/>
      <dgm:t>
        <a:bodyPr/>
        <a:lstStyle/>
        <a:p>
          <a:pPr rtl="0"/>
          <a:r>
            <a:rPr lang="en-US" dirty="0" smtClean="0"/>
            <a:t>Avoid circular logic (don’t use the outcome itself as a predictor)</a:t>
          </a:r>
          <a:endParaRPr lang="uk-UA" dirty="0"/>
        </a:p>
      </dgm:t>
    </dgm:pt>
    <dgm:pt modelId="{35C9FB69-18E7-4BE2-BC48-40916E3DAB78}" type="sibTrans" cxnId="{113928CD-CFC4-403D-BA04-BA60D8D8B88E}">
      <dgm:prSet/>
      <dgm:spPr/>
      <dgm:t>
        <a:bodyPr/>
        <a:lstStyle/>
        <a:p>
          <a:endParaRPr lang="uk-UA"/>
        </a:p>
      </dgm:t>
    </dgm:pt>
    <dgm:pt modelId="{5343DFD5-FDB0-4EF3-A71C-6960C56918C1}" type="parTrans" cxnId="{113928CD-CFC4-403D-BA04-BA60D8D8B88E}">
      <dgm:prSet/>
      <dgm:spPr/>
      <dgm:t>
        <a:bodyPr/>
        <a:lstStyle/>
        <a:p>
          <a:endParaRPr lang="uk-UA"/>
        </a:p>
      </dgm:t>
    </dgm:pt>
    <dgm:pt modelId="{98DA0504-74ED-40A3-99AC-B050FA9CACCB}">
      <dgm:prSet/>
      <dgm:spPr/>
      <dgm:t>
        <a:bodyPr/>
        <a:lstStyle/>
        <a:p>
          <a:pPr rtl="0"/>
          <a:r>
            <a:rPr lang="en-US" dirty="0" smtClean="0"/>
            <a:t>Predictors should be </a:t>
          </a:r>
          <a:r>
            <a:rPr lang="en-US" b="1" dirty="0" smtClean="0"/>
            <a:t>plausibly related</a:t>
          </a:r>
          <a:r>
            <a:rPr lang="en-US" dirty="0" smtClean="0"/>
            <a:t> to outcome (domain knowledge helps)</a:t>
          </a:r>
          <a:endParaRPr lang="uk-UA" dirty="0"/>
        </a:p>
      </dgm:t>
    </dgm:pt>
    <dgm:pt modelId="{08574F74-5FF0-4004-803D-A5FB3F3D6E90}" type="sibTrans" cxnId="{DDDD5F51-295B-4702-BDFF-A37F86BB7B14}">
      <dgm:prSet/>
      <dgm:spPr/>
      <dgm:t>
        <a:bodyPr/>
        <a:lstStyle/>
        <a:p>
          <a:endParaRPr lang="uk-UA"/>
        </a:p>
      </dgm:t>
    </dgm:pt>
    <dgm:pt modelId="{A75015C3-3642-498C-9DC6-24B72F8B04F0}" type="parTrans" cxnId="{DDDD5F51-295B-4702-BDFF-A37F86BB7B14}">
      <dgm:prSet/>
      <dgm:spPr/>
      <dgm:t>
        <a:bodyPr/>
        <a:lstStyle/>
        <a:p>
          <a:endParaRPr lang="uk-UA"/>
        </a:p>
      </dgm:t>
    </dgm:pt>
    <dgm:pt modelId="{B52AE85B-56FF-46EF-99B0-27782013D3EE}">
      <dgm:prSet/>
      <dgm:spPr/>
      <dgm:t>
        <a:bodyPr/>
        <a:lstStyle/>
        <a:p>
          <a:pPr rtl="0"/>
          <a:r>
            <a:rPr lang="en-US" dirty="0" smtClean="0"/>
            <a:t>Outcome must be </a:t>
          </a:r>
          <a:r>
            <a:rPr lang="en-US" b="1" dirty="0" smtClean="0"/>
            <a:t>measurable and relevant</a:t>
          </a:r>
          <a:endParaRPr lang="uk-UA" dirty="0"/>
        </a:p>
      </dgm:t>
    </dgm:pt>
    <dgm:pt modelId="{4766B6BB-7281-4A5D-BB61-A3CC21127C0F}" type="sibTrans" cxnId="{9923923B-1BC1-4184-86F6-8231DAC57B1F}">
      <dgm:prSet/>
      <dgm:spPr/>
      <dgm:t>
        <a:bodyPr/>
        <a:lstStyle/>
        <a:p>
          <a:endParaRPr lang="uk-UA"/>
        </a:p>
      </dgm:t>
    </dgm:pt>
    <dgm:pt modelId="{7703804B-0749-4BC3-BEA6-5F0449ED75DE}" type="parTrans" cxnId="{9923923B-1BC1-4184-86F6-8231DAC57B1F}">
      <dgm:prSet/>
      <dgm:spPr/>
      <dgm:t>
        <a:bodyPr/>
        <a:lstStyle/>
        <a:p>
          <a:endParaRPr lang="uk-UA"/>
        </a:p>
      </dgm:t>
    </dgm:pt>
    <dgm:pt modelId="{017566FA-0A23-49E7-87A7-8F2FC282351B}">
      <dgm:prSet/>
      <dgm:spPr/>
      <dgm:t>
        <a:bodyPr/>
        <a:lstStyle/>
        <a:p>
          <a:pPr rtl="0"/>
          <a:r>
            <a:rPr lang="en-US" dirty="0" smtClean="0"/>
            <a:t>Driven by the </a:t>
          </a:r>
          <a:r>
            <a:rPr lang="en-US" b="1" dirty="0" smtClean="0"/>
            <a:t>research question</a:t>
          </a:r>
          <a:r>
            <a:rPr lang="en-US" dirty="0" smtClean="0"/>
            <a:t> (What do we want to know or predict?)</a:t>
          </a:r>
          <a:endParaRPr lang="uk-UA" dirty="0"/>
        </a:p>
      </dgm:t>
    </dgm:pt>
    <dgm:pt modelId="{6EC97CE9-1E0E-4004-98FD-774F04CFE5C7}" type="sibTrans" cxnId="{221FCAC8-AE6A-4E50-A3A2-582F42E79369}">
      <dgm:prSet/>
      <dgm:spPr/>
      <dgm:t>
        <a:bodyPr/>
        <a:lstStyle/>
        <a:p>
          <a:endParaRPr lang="uk-UA"/>
        </a:p>
      </dgm:t>
    </dgm:pt>
    <dgm:pt modelId="{19E91CC1-52AA-4D8F-8D3F-F561F6AC0298}" type="parTrans" cxnId="{221FCAC8-AE6A-4E50-A3A2-582F42E79369}">
      <dgm:prSet/>
      <dgm:spPr/>
      <dgm:t>
        <a:bodyPr/>
        <a:lstStyle/>
        <a:p>
          <a:endParaRPr lang="uk-UA"/>
        </a:p>
      </dgm:t>
    </dgm:pt>
    <dgm:pt modelId="{15B5876C-4E1E-4A4B-9710-63F95BA82AD1}">
      <dgm:prSet/>
      <dgm:spPr/>
      <dgm:t>
        <a:bodyPr/>
        <a:lstStyle/>
        <a:p>
          <a:pPr rtl="0"/>
          <a:r>
            <a:rPr lang="en-US" dirty="0" smtClean="0"/>
            <a:t>Criteria</a:t>
          </a:r>
          <a:endParaRPr lang="uk-UA" dirty="0"/>
        </a:p>
      </dgm:t>
    </dgm:pt>
    <dgm:pt modelId="{D3FE18AC-724A-47BC-8EE9-E41770F90A5B}" type="parTrans" cxnId="{EA7FD7D8-3357-4453-B888-972440A8929C}">
      <dgm:prSet/>
      <dgm:spPr/>
      <dgm:t>
        <a:bodyPr/>
        <a:lstStyle/>
        <a:p>
          <a:endParaRPr lang="uk-UA"/>
        </a:p>
      </dgm:t>
    </dgm:pt>
    <dgm:pt modelId="{4F8CC200-AAE1-4C1C-836B-878E1B713141}" type="sibTrans" cxnId="{EA7FD7D8-3357-4453-B888-972440A8929C}">
      <dgm:prSet/>
      <dgm:spPr/>
      <dgm:t>
        <a:bodyPr/>
        <a:lstStyle/>
        <a:p>
          <a:endParaRPr lang="uk-UA"/>
        </a:p>
      </dgm:t>
    </dgm:pt>
    <dgm:pt modelId="{B94BEC61-86C8-4A7D-85F5-3F6A9516C6E6}" type="pres">
      <dgm:prSet presAssocID="{11643E73-7E84-405D-BDEB-B90053DEAAF6}" presName="linear" presStyleCnt="0">
        <dgm:presLayoutVars>
          <dgm:animLvl val="lvl"/>
          <dgm:resizeHandles val="exact"/>
        </dgm:presLayoutVars>
      </dgm:prSet>
      <dgm:spPr/>
    </dgm:pt>
    <dgm:pt modelId="{B9EEA606-8B16-469E-841D-D871232CC6CB}" type="pres">
      <dgm:prSet presAssocID="{15B5876C-4E1E-4A4B-9710-63F95BA82AD1}" presName="parentText" presStyleLbl="node1" presStyleIdx="0" presStyleCnt="2" custLinFactNeighborX="1210" custLinFactNeighborY="-10813">
        <dgm:presLayoutVars>
          <dgm:chMax val="0"/>
          <dgm:bulletEnabled val="1"/>
        </dgm:presLayoutVars>
      </dgm:prSet>
      <dgm:spPr/>
    </dgm:pt>
    <dgm:pt modelId="{27112B98-A9DE-4E62-860B-59877BEAC99A}" type="pres">
      <dgm:prSet presAssocID="{15B5876C-4E1E-4A4B-9710-63F95BA82AD1}" presName="childText" presStyleLbl="revTx" presStyleIdx="0" presStyleCnt="2">
        <dgm:presLayoutVars>
          <dgm:bulletEnabled val="1"/>
        </dgm:presLayoutVars>
      </dgm:prSet>
      <dgm:spPr/>
    </dgm:pt>
    <dgm:pt modelId="{3D89F5BD-EA99-4BE5-9025-4667C204233C}" type="pres">
      <dgm:prSet presAssocID="{37E3AF0A-1E9F-4444-B1F5-33BD997E709D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361CCAAE-139D-4A2B-BC76-AAE0C537FF29}" type="pres">
      <dgm:prSet presAssocID="{37E3AF0A-1E9F-4444-B1F5-33BD997E709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21FCAC8-AE6A-4E50-A3A2-582F42E79369}" srcId="{15B5876C-4E1E-4A4B-9710-63F95BA82AD1}" destId="{017566FA-0A23-49E7-87A7-8F2FC282351B}" srcOrd="0" destOrd="0" parTransId="{19E91CC1-52AA-4D8F-8D3F-F561F6AC0298}" sibTransId="{6EC97CE9-1E0E-4004-98FD-774F04CFE5C7}"/>
    <dgm:cxn modelId="{3FB90FB6-BF5E-4B4F-9750-3E37497AAAFE}" type="presOf" srcId="{98DA0504-74ED-40A3-99AC-B050FA9CACCB}" destId="{27112B98-A9DE-4E62-860B-59877BEAC99A}" srcOrd="0" destOrd="2" presId="urn:microsoft.com/office/officeart/2005/8/layout/vList2"/>
    <dgm:cxn modelId="{3F12F02D-6552-4286-982B-AD40F1C9F632}" type="presOf" srcId="{37E3AF0A-1E9F-4444-B1F5-33BD997E709D}" destId="{3D89F5BD-EA99-4BE5-9025-4667C204233C}" srcOrd="0" destOrd="0" presId="urn:microsoft.com/office/officeart/2005/8/layout/vList2"/>
    <dgm:cxn modelId="{2411DFD5-4827-4FD2-941E-A08240D3D7F1}" srcId="{11643E73-7E84-405D-BDEB-B90053DEAAF6}" destId="{37E3AF0A-1E9F-4444-B1F5-33BD997E709D}" srcOrd="1" destOrd="0" parTransId="{72406130-8DB6-48E7-9E48-FA7B10C7918C}" sibTransId="{B9ADE203-95BB-4587-A541-7747E9914EF0}"/>
    <dgm:cxn modelId="{AB8C97B9-A31D-40C9-86F5-CDF138C70821}" srcId="{37E3AF0A-1E9F-4444-B1F5-33BD997E709D}" destId="{07A55B29-1E93-45DD-8583-B6B16A77F985}" srcOrd="0" destOrd="0" parTransId="{F65D0D3A-CAB5-4FEB-ABB9-75F58A3531EA}" sibTransId="{7555A024-49E4-450F-B73B-00057B83EAAB}"/>
    <dgm:cxn modelId="{BF5A8FEA-313C-4BC7-AFFE-BDE34B544889}" type="presOf" srcId="{11643E73-7E84-405D-BDEB-B90053DEAAF6}" destId="{B94BEC61-86C8-4A7D-85F5-3F6A9516C6E6}" srcOrd="0" destOrd="0" presId="urn:microsoft.com/office/officeart/2005/8/layout/vList2"/>
    <dgm:cxn modelId="{F548ACBB-18CF-4997-A211-A142C3DB8E6D}" type="presOf" srcId="{017566FA-0A23-49E7-87A7-8F2FC282351B}" destId="{27112B98-A9DE-4E62-860B-59877BEAC99A}" srcOrd="0" destOrd="0" presId="urn:microsoft.com/office/officeart/2005/8/layout/vList2"/>
    <dgm:cxn modelId="{86B470FD-5752-4A2C-91B0-14EC90DEA3C4}" type="presOf" srcId="{56A02C89-9C42-4B81-B2C1-BFCABCF3E5C6}" destId="{361CCAAE-139D-4A2B-BC76-AAE0C537FF29}" srcOrd="0" destOrd="1" presId="urn:microsoft.com/office/officeart/2005/8/layout/vList2"/>
    <dgm:cxn modelId="{113928CD-CFC4-403D-BA04-BA60D8D8B88E}" srcId="{15B5876C-4E1E-4A4B-9710-63F95BA82AD1}" destId="{6DB38B9D-1DB1-4C16-88CF-29E04A8DCA11}" srcOrd="3" destOrd="0" parTransId="{5343DFD5-FDB0-4EF3-A71C-6960C56918C1}" sibTransId="{35C9FB69-18E7-4BE2-BC48-40916E3DAB78}"/>
    <dgm:cxn modelId="{8ABB2115-1A71-4FED-8C46-043C8DDFCD0E}" type="presOf" srcId="{6DB38B9D-1DB1-4C16-88CF-29E04A8DCA11}" destId="{27112B98-A9DE-4E62-860B-59877BEAC99A}" srcOrd="0" destOrd="3" presId="urn:microsoft.com/office/officeart/2005/8/layout/vList2"/>
    <dgm:cxn modelId="{F9A55832-A52E-49D6-90DC-1B33DA76C675}" srcId="{37E3AF0A-1E9F-4444-B1F5-33BD997E709D}" destId="{56A02C89-9C42-4B81-B2C1-BFCABCF3E5C6}" srcOrd="1" destOrd="0" parTransId="{A18606B7-F23A-4708-95A4-D48D69257C08}" sibTransId="{B5AE413A-DF23-4868-A8BD-56D91CC60CEA}"/>
    <dgm:cxn modelId="{9C87702F-17A7-4101-B3F9-FB557F89A638}" type="presOf" srcId="{B52AE85B-56FF-46EF-99B0-27782013D3EE}" destId="{27112B98-A9DE-4E62-860B-59877BEAC99A}" srcOrd="0" destOrd="1" presId="urn:microsoft.com/office/officeart/2005/8/layout/vList2"/>
    <dgm:cxn modelId="{FF489BA2-D887-4041-A89E-29D12C7DA80C}" type="presOf" srcId="{07A55B29-1E93-45DD-8583-B6B16A77F985}" destId="{361CCAAE-139D-4A2B-BC76-AAE0C537FF29}" srcOrd="0" destOrd="0" presId="urn:microsoft.com/office/officeart/2005/8/layout/vList2"/>
    <dgm:cxn modelId="{EA7FD7D8-3357-4453-B888-972440A8929C}" srcId="{11643E73-7E84-405D-BDEB-B90053DEAAF6}" destId="{15B5876C-4E1E-4A4B-9710-63F95BA82AD1}" srcOrd="0" destOrd="0" parTransId="{D3FE18AC-724A-47BC-8EE9-E41770F90A5B}" sibTransId="{4F8CC200-AAE1-4C1C-836B-878E1B713141}"/>
    <dgm:cxn modelId="{DDDD5F51-295B-4702-BDFF-A37F86BB7B14}" srcId="{15B5876C-4E1E-4A4B-9710-63F95BA82AD1}" destId="{98DA0504-74ED-40A3-99AC-B050FA9CACCB}" srcOrd="2" destOrd="0" parTransId="{A75015C3-3642-498C-9DC6-24B72F8B04F0}" sibTransId="{08574F74-5FF0-4004-803D-A5FB3F3D6E90}"/>
    <dgm:cxn modelId="{9923923B-1BC1-4184-86F6-8231DAC57B1F}" srcId="{15B5876C-4E1E-4A4B-9710-63F95BA82AD1}" destId="{B52AE85B-56FF-46EF-99B0-27782013D3EE}" srcOrd="1" destOrd="0" parTransId="{7703804B-0749-4BC3-BEA6-5F0449ED75DE}" sibTransId="{4766B6BB-7281-4A5D-BB61-A3CC21127C0F}"/>
    <dgm:cxn modelId="{4CCD0303-6FE4-4AE9-87C5-8D183B438AE6}" type="presOf" srcId="{15B5876C-4E1E-4A4B-9710-63F95BA82AD1}" destId="{B9EEA606-8B16-469E-841D-D871232CC6CB}" srcOrd="0" destOrd="0" presId="urn:microsoft.com/office/officeart/2005/8/layout/vList2"/>
    <dgm:cxn modelId="{42BDC17C-6DE1-4FC3-954E-232170DF104B}" type="presParOf" srcId="{B94BEC61-86C8-4A7D-85F5-3F6A9516C6E6}" destId="{B9EEA606-8B16-469E-841D-D871232CC6CB}" srcOrd="0" destOrd="0" presId="urn:microsoft.com/office/officeart/2005/8/layout/vList2"/>
    <dgm:cxn modelId="{1A69A3DC-1E1E-4FC7-8F0F-DB152A06AD6D}" type="presParOf" srcId="{B94BEC61-86C8-4A7D-85F5-3F6A9516C6E6}" destId="{27112B98-A9DE-4E62-860B-59877BEAC99A}" srcOrd="1" destOrd="0" presId="urn:microsoft.com/office/officeart/2005/8/layout/vList2"/>
    <dgm:cxn modelId="{D7E7C233-0AB2-413D-B6AE-FF9D904056E3}" type="presParOf" srcId="{B94BEC61-86C8-4A7D-85F5-3F6A9516C6E6}" destId="{3D89F5BD-EA99-4BE5-9025-4667C204233C}" srcOrd="2" destOrd="0" presId="urn:microsoft.com/office/officeart/2005/8/layout/vList2"/>
    <dgm:cxn modelId="{BAEA904A-2233-4A29-97F8-E024633A7183}" type="presParOf" srcId="{B94BEC61-86C8-4A7D-85F5-3F6A9516C6E6}" destId="{361CCAAE-139D-4A2B-BC76-AAE0C537FF2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A550572-6FA9-4F19-8B16-BAE572A46C7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6D25A14-F615-44DF-A748-0081344D8CD6}">
      <dgm:prSet/>
      <dgm:spPr/>
      <dgm:t>
        <a:bodyPr/>
        <a:lstStyle/>
        <a:p>
          <a:pPr rtl="0"/>
          <a:r>
            <a:rPr lang="en-US" b="1" i="0" baseline="0" noProof="0" dirty="0" smtClean="0"/>
            <a:t>Data Quality</a:t>
          </a:r>
          <a:endParaRPr lang="en-US" noProof="0" dirty="0"/>
        </a:p>
      </dgm:t>
    </dgm:pt>
    <dgm:pt modelId="{F63C4DFD-E7EF-474E-8A98-597BD510B77C}" type="parTrans" cxnId="{6FF17C35-E88C-475F-AAFB-227D6724A73B}">
      <dgm:prSet/>
      <dgm:spPr/>
      <dgm:t>
        <a:bodyPr/>
        <a:lstStyle/>
        <a:p>
          <a:endParaRPr lang="uk-UA"/>
        </a:p>
      </dgm:t>
    </dgm:pt>
    <dgm:pt modelId="{EF348602-BCFF-4B5C-996E-4474356AE28D}" type="sibTrans" cxnId="{6FF17C35-E88C-475F-AAFB-227D6724A73B}">
      <dgm:prSet/>
      <dgm:spPr/>
      <dgm:t>
        <a:bodyPr/>
        <a:lstStyle/>
        <a:p>
          <a:endParaRPr lang="uk-UA"/>
        </a:p>
      </dgm:t>
    </dgm:pt>
    <dgm:pt modelId="{1FF23162-F8A2-4E79-A1A8-EE02E9C6D53A}">
      <dgm:prSet/>
      <dgm:spPr/>
      <dgm:t>
        <a:bodyPr/>
        <a:lstStyle/>
        <a:p>
          <a:pPr rtl="0"/>
          <a:r>
            <a:rPr lang="en-US" b="0" i="0" baseline="0" noProof="0" dirty="0" smtClean="0"/>
            <a:t>Duplicates, outliers, inconsistent values</a:t>
          </a:r>
          <a:endParaRPr lang="en-US" noProof="0" dirty="0"/>
        </a:p>
      </dgm:t>
    </dgm:pt>
    <dgm:pt modelId="{CC389CDB-8EE8-4DB6-8FE1-EABB69AE7216}" type="parTrans" cxnId="{9825E2B0-F472-4275-B677-53E88A36FA8F}">
      <dgm:prSet/>
      <dgm:spPr/>
      <dgm:t>
        <a:bodyPr/>
        <a:lstStyle/>
        <a:p>
          <a:endParaRPr lang="uk-UA"/>
        </a:p>
      </dgm:t>
    </dgm:pt>
    <dgm:pt modelId="{9667BAC4-37EC-4539-BAC3-DDC2A5CE455A}" type="sibTrans" cxnId="{9825E2B0-F472-4275-B677-53E88A36FA8F}">
      <dgm:prSet/>
      <dgm:spPr/>
      <dgm:t>
        <a:bodyPr/>
        <a:lstStyle/>
        <a:p>
          <a:endParaRPr lang="uk-UA"/>
        </a:p>
      </dgm:t>
    </dgm:pt>
    <dgm:pt modelId="{06F8748D-6CCA-41BF-A6EF-BA3392938ADB}">
      <dgm:prSet/>
      <dgm:spPr/>
      <dgm:t>
        <a:bodyPr/>
        <a:lstStyle/>
        <a:p>
          <a:pPr rtl="0"/>
          <a:r>
            <a:rPr lang="en-US" b="0" i="0" baseline="0" noProof="0" dirty="0" smtClean="0"/>
            <a:t>How to detect and decide whether to drop or transform them</a:t>
          </a:r>
          <a:endParaRPr lang="en-US" noProof="0" dirty="0"/>
        </a:p>
      </dgm:t>
    </dgm:pt>
    <dgm:pt modelId="{6CA07532-7D4F-4A29-8451-EC4F6134861D}" type="parTrans" cxnId="{F715A876-1752-4ABA-B5D8-2FB4FE92BCCB}">
      <dgm:prSet/>
      <dgm:spPr/>
      <dgm:t>
        <a:bodyPr/>
        <a:lstStyle/>
        <a:p>
          <a:endParaRPr lang="uk-UA"/>
        </a:p>
      </dgm:t>
    </dgm:pt>
    <dgm:pt modelId="{2B46E9C0-9F44-49FB-AEE1-6A6C0C488949}" type="sibTrans" cxnId="{F715A876-1752-4ABA-B5D8-2FB4FE92BCCB}">
      <dgm:prSet/>
      <dgm:spPr/>
      <dgm:t>
        <a:bodyPr/>
        <a:lstStyle/>
        <a:p>
          <a:endParaRPr lang="uk-UA"/>
        </a:p>
      </dgm:t>
    </dgm:pt>
    <dgm:pt modelId="{7AE42945-99BA-4F5A-B85D-0E1150D339DF}">
      <dgm:prSet/>
      <dgm:spPr/>
      <dgm:t>
        <a:bodyPr/>
        <a:lstStyle/>
        <a:p>
          <a:pPr rtl="0"/>
          <a:r>
            <a:rPr lang="en-US" b="1" i="0" baseline="0" noProof="0" dirty="0" smtClean="0"/>
            <a:t>Data Integration</a:t>
          </a:r>
          <a:endParaRPr lang="en-US" noProof="0" dirty="0"/>
        </a:p>
      </dgm:t>
    </dgm:pt>
    <dgm:pt modelId="{B165F38B-E5EB-4EF1-B9F1-A08A4B03DD48}" type="parTrans" cxnId="{2E2F6396-2419-4441-A476-5610D3945EEB}">
      <dgm:prSet/>
      <dgm:spPr/>
      <dgm:t>
        <a:bodyPr/>
        <a:lstStyle/>
        <a:p>
          <a:endParaRPr lang="uk-UA"/>
        </a:p>
      </dgm:t>
    </dgm:pt>
    <dgm:pt modelId="{B88AC20A-6FC3-45C9-8907-EBEC157B3698}" type="sibTrans" cxnId="{2E2F6396-2419-4441-A476-5610D3945EEB}">
      <dgm:prSet/>
      <dgm:spPr/>
      <dgm:t>
        <a:bodyPr/>
        <a:lstStyle/>
        <a:p>
          <a:endParaRPr lang="uk-UA"/>
        </a:p>
      </dgm:t>
    </dgm:pt>
    <dgm:pt modelId="{540518B7-35FB-452A-B552-8F542BB1221E}">
      <dgm:prSet/>
      <dgm:spPr/>
      <dgm:t>
        <a:bodyPr/>
        <a:lstStyle/>
        <a:p>
          <a:pPr rtl="0"/>
          <a:r>
            <a:rPr lang="en-US" b="0" i="0" baseline="0" noProof="0" dirty="0" smtClean="0"/>
            <a:t>Combining multiple sources (joins, merges, concatenation in pandas, VLOOKUP/Power Query in Excel)</a:t>
          </a:r>
          <a:endParaRPr lang="en-US" noProof="0" dirty="0"/>
        </a:p>
      </dgm:t>
    </dgm:pt>
    <dgm:pt modelId="{A9EE842B-8D36-46C2-ABAF-8A478FF0B26F}" type="parTrans" cxnId="{4D69E8E9-B670-46D0-8084-8555799A1075}">
      <dgm:prSet/>
      <dgm:spPr/>
      <dgm:t>
        <a:bodyPr/>
        <a:lstStyle/>
        <a:p>
          <a:endParaRPr lang="uk-UA"/>
        </a:p>
      </dgm:t>
    </dgm:pt>
    <dgm:pt modelId="{7283204D-0374-40AF-8422-11DB7B5027C2}" type="sibTrans" cxnId="{4D69E8E9-B670-46D0-8084-8555799A1075}">
      <dgm:prSet/>
      <dgm:spPr/>
      <dgm:t>
        <a:bodyPr/>
        <a:lstStyle/>
        <a:p>
          <a:endParaRPr lang="uk-UA"/>
        </a:p>
      </dgm:t>
    </dgm:pt>
    <dgm:pt modelId="{CF7131A4-545E-48FA-B57E-B57CC2241446}">
      <dgm:prSet/>
      <dgm:spPr/>
      <dgm:t>
        <a:bodyPr/>
        <a:lstStyle/>
        <a:p>
          <a:pPr rtl="0"/>
          <a:r>
            <a:rPr lang="en-US" b="0" i="0" baseline="0" noProof="0" dirty="0" smtClean="0"/>
            <a:t>Issues like different formats, different keys</a:t>
          </a:r>
          <a:endParaRPr lang="en-US" noProof="0" dirty="0"/>
        </a:p>
      </dgm:t>
    </dgm:pt>
    <dgm:pt modelId="{E8E81553-D9E4-414A-91DD-078861CAAA63}" type="parTrans" cxnId="{DFE81AAE-B247-4D9B-A81B-6896EE50C241}">
      <dgm:prSet/>
      <dgm:spPr/>
      <dgm:t>
        <a:bodyPr/>
        <a:lstStyle/>
        <a:p>
          <a:endParaRPr lang="uk-UA"/>
        </a:p>
      </dgm:t>
    </dgm:pt>
    <dgm:pt modelId="{1912E3EA-5595-40ED-B3D9-19B13B8E226A}" type="sibTrans" cxnId="{DFE81AAE-B247-4D9B-A81B-6896EE50C241}">
      <dgm:prSet/>
      <dgm:spPr/>
      <dgm:t>
        <a:bodyPr/>
        <a:lstStyle/>
        <a:p>
          <a:endParaRPr lang="uk-UA"/>
        </a:p>
      </dgm:t>
    </dgm:pt>
    <dgm:pt modelId="{2277DC1B-30DA-43F4-88FA-4EAA03810D95}">
      <dgm:prSet/>
      <dgm:spPr/>
      <dgm:t>
        <a:bodyPr/>
        <a:lstStyle/>
        <a:p>
          <a:pPr rtl="0"/>
          <a:r>
            <a:rPr lang="en-US" b="1" i="0" baseline="0" noProof="0" dirty="0" smtClean="0"/>
            <a:t>Data Transformation</a:t>
          </a:r>
          <a:endParaRPr lang="en-US" noProof="0" dirty="0"/>
        </a:p>
      </dgm:t>
    </dgm:pt>
    <dgm:pt modelId="{5400CC90-1D88-428F-8F73-CEB5E6EE18BE}" type="parTrans" cxnId="{C3D99995-0CBB-4F97-BC43-35198659F898}">
      <dgm:prSet/>
      <dgm:spPr/>
      <dgm:t>
        <a:bodyPr/>
        <a:lstStyle/>
        <a:p>
          <a:endParaRPr lang="uk-UA"/>
        </a:p>
      </dgm:t>
    </dgm:pt>
    <dgm:pt modelId="{201B6E8D-9694-4F7F-975F-9F28E5940FB2}" type="sibTrans" cxnId="{C3D99995-0CBB-4F97-BC43-35198659F898}">
      <dgm:prSet/>
      <dgm:spPr/>
      <dgm:t>
        <a:bodyPr/>
        <a:lstStyle/>
        <a:p>
          <a:endParaRPr lang="uk-UA"/>
        </a:p>
      </dgm:t>
    </dgm:pt>
    <dgm:pt modelId="{83912D34-BBE7-4D65-AE74-45F0DDBC9AA3}">
      <dgm:prSet/>
      <dgm:spPr/>
      <dgm:t>
        <a:bodyPr/>
        <a:lstStyle/>
        <a:p>
          <a:pPr rtl="0"/>
          <a:r>
            <a:rPr lang="en-US" b="0" i="0" baseline="0" noProof="0" dirty="0" smtClean="0"/>
            <a:t>Feature engineering (e.g., extracting month from a date, creating age from birthdate)</a:t>
          </a:r>
          <a:endParaRPr lang="en-US" noProof="0" dirty="0"/>
        </a:p>
      </dgm:t>
    </dgm:pt>
    <dgm:pt modelId="{FB9A2436-14D5-4542-8C04-7C300B4C7B90}" type="parTrans" cxnId="{45296CB0-E325-4580-90E3-C76B1651C13C}">
      <dgm:prSet/>
      <dgm:spPr/>
      <dgm:t>
        <a:bodyPr/>
        <a:lstStyle/>
        <a:p>
          <a:endParaRPr lang="uk-UA"/>
        </a:p>
      </dgm:t>
    </dgm:pt>
    <dgm:pt modelId="{5FDAC743-884D-432C-89D1-DDCD65E4AACD}" type="sibTrans" cxnId="{45296CB0-E325-4580-90E3-C76B1651C13C}">
      <dgm:prSet/>
      <dgm:spPr/>
      <dgm:t>
        <a:bodyPr/>
        <a:lstStyle/>
        <a:p>
          <a:endParaRPr lang="uk-UA"/>
        </a:p>
      </dgm:t>
    </dgm:pt>
    <dgm:pt modelId="{E7FD3DFE-E2C2-41C6-BCD7-CCA1C45AD10A}">
      <dgm:prSet/>
      <dgm:spPr/>
      <dgm:t>
        <a:bodyPr/>
        <a:lstStyle/>
        <a:p>
          <a:pPr rtl="0"/>
          <a:r>
            <a:rPr lang="en-US" b="0" i="0" baseline="0" noProof="0" dirty="0" smtClean="0"/>
            <a:t>Aggregation (</a:t>
          </a:r>
          <a:r>
            <a:rPr lang="en-US" b="0" i="0" baseline="0" noProof="0" dirty="0" err="1" smtClean="0"/>
            <a:t>groupby</a:t>
          </a:r>
          <a:r>
            <a:rPr lang="en-US" b="0" i="0" baseline="0" noProof="0" dirty="0" smtClean="0"/>
            <a:t> in pandas, PivotTables in Excel)</a:t>
          </a:r>
          <a:endParaRPr lang="en-US" noProof="0" dirty="0"/>
        </a:p>
      </dgm:t>
    </dgm:pt>
    <dgm:pt modelId="{657EDE9A-E8B6-4467-B71E-D5C64456BD1C}" type="parTrans" cxnId="{8AEFBBE7-33C8-4092-BF32-E40EE0E2477A}">
      <dgm:prSet/>
      <dgm:spPr/>
      <dgm:t>
        <a:bodyPr/>
        <a:lstStyle/>
        <a:p>
          <a:endParaRPr lang="uk-UA"/>
        </a:p>
      </dgm:t>
    </dgm:pt>
    <dgm:pt modelId="{86595A33-261E-4092-AD00-AC5692459158}" type="sibTrans" cxnId="{8AEFBBE7-33C8-4092-BF32-E40EE0E2477A}">
      <dgm:prSet/>
      <dgm:spPr/>
      <dgm:t>
        <a:bodyPr/>
        <a:lstStyle/>
        <a:p>
          <a:endParaRPr lang="uk-UA"/>
        </a:p>
      </dgm:t>
    </dgm:pt>
    <dgm:pt modelId="{09143EFF-76A2-4EF9-B473-84CA725FAFD6}">
      <dgm:prSet/>
      <dgm:spPr/>
      <dgm:t>
        <a:bodyPr/>
        <a:lstStyle/>
        <a:p>
          <a:pPr rtl="0"/>
          <a:r>
            <a:rPr lang="en-US" b="1" i="0" baseline="0" noProof="0" dirty="0" smtClean="0"/>
            <a:t>Sampling</a:t>
          </a:r>
          <a:endParaRPr lang="en-US" noProof="0" dirty="0"/>
        </a:p>
      </dgm:t>
    </dgm:pt>
    <dgm:pt modelId="{7A8CE3C7-2E1F-477F-852A-CF1C5BD44B21}" type="parTrans" cxnId="{A5997B80-953C-404D-A8CB-822F63EC2399}">
      <dgm:prSet/>
      <dgm:spPr/>
      <dgm:t>
        <a:bodyPr/>
        <a:lstStyle/>
        <a:p>
          <a:endParaRPr lang="uk-UA"/>
        </a:p>
      </dgm:t>
    </dgm:pt>
    <dgm:pt modelId="{C910DBBE-0DDB-45C6-84DC-FD4EB969ADD3}" type="sibTrans" cxnId="{A5997B80-953C-404D-A8CB-822F63EC2399}">
      <dgm:prSet/>
      <dgm:spPr/>
      <dgm:t>
        <a:bodyPr/>
        <a:lstStyle/>
        <a:p>
          <a:endParaRPr lang="uk-UA"/>
        </a:p>
      </dgm:t>
    </dgm:pt>
    <dgm:pt modelId="{49F34E16-3075-4335-A5C8-0E57FB0EB4B1}">
      <dgm:prSet/>
      <dgm:spPr/>
      <dgm:t>
        <a:bodyPr/>
        <a:lstStyle/>
        <a:p>
          <a:pPr rtl="0"/>
          <a:r>
            <a:rPr lang="en-US" b="0" i="0" baseline="0" noProof="0" dirty="0" smtClean="0"/>
            <a:t>Working with subsets of data when full dataset is too large</a:t>
          </a:r>
          <a:endParaRPr lang="en-US" noProof="0" dirty="0"/>
        </a:p>
      </dgm:t>
    </dgm:pt>
    <dgm:pt modelId="{233550CA-D7A8-412F-BF70-2612A66DE03E}" type="parTrans" cxnId="{EF1FBD92-7B4C-456D-8A54-D71C24E24574}">
      <dgm:prSet/>
      <dgm:spPr/>
      <dgm:t>
        <a:bodyPr/>
        <a:lstStyle/>
        <a:p>
          <a:endParaRPr lang="uk-UA"/>
        </a:p>
      </dgm:t>
    </dgm:pt>
    <dgm:pt modelId="{DBDCB807-BE3C-4E01-B9CD-F2FD16F56C9F}" type="sibTrans" cxnId="{EF1FBD92-7B4C-456D-8A54-D71C24E24574}">
      <dgm:prSet/>
      <dgm:spPr/>
      <dgm:t>
        <a:bodyPr/>
        <a:lstStyle/>
        <a:p>
          <a:endParaRPr lang="uk-UA"/>
        </a:p>
      </dgm:t>
    </dgm:pt>
    <dgm:pt modelId="{21957C56-687C-4314-8B7E-C59A363CA823}">
      <dgm:prSet/>
      <dgm:spPr/>
      <dgm:t>
        <a:bodyPr/>
        <a:lstStyle/>
        <a:p>
          <a:pPr rtl="0"/>
          <a:r>
            <a:rPr lang="en-US" b="0" i="0" baseline="0" noProof="0" dirty="0" smtClean="0"/>
            <a:t>Random sampling vs stratified sampling</a:t>
          </a:r>
          <a:endParaRPr lang="en-US" noProof="0" dirty="0"/>
        </a:p>
      </dgm:t>
    </dgm:pt>
    <dgm:pt modelId="{E25CC1AD-D4B7-40D2-A629-BCE3069AD3EE}" type="parTrans" cxnId="{D8D0A04F-4CCD-4CC8-8833-0EC7A511046C}">
      <dgm:prSet/>
      <dgm:spPr/>
      <dgm:t>
        <a:bodyPr/>
        <a:lstStyle/>
        <a:p>
          <a:endParaRPr lang="uk-UA"/>
        </a:p>
      </dgm:t>
    </dgm:pt>
    <dgm:pt modelId="{F3ABA564-C9C9-4FFE-98D9-2ABF9E193EE4}" type="sibTrans" cxnId="{D8D0A04F-4CCD-4CC8-8833-0EC7A511046C}">
      <dgm:prSet/>
      <dgm:spPr/>
      <dgm:t>
        <a:bodyPr/>
        <a:lstStyle/>
        <a:p>
          <a:endParaRPr lang="uk-UA"/>
        </a:p>
      </dgm:t>
    </dgm:pt>
    <dgm:pt modelId="{28B1C4E7-9D0F-4CA0-988B-D5A117533B1A}">
      <dgm:prSet/>
      <dgm:spPr/>
      <dgm:t>
        <a:bodyPr/>
        <a:lstStyle/>
        <a:p>
          <a:pPr rtl="0"/>
          <a:r>
            <a:rPr lang="en-US" b="1" i="0" baseline="0" noProof="0" dirty="0" smtClean="0"/>
            <a:t>Data Documentation</a:t>
          </a:r>
          <a:endParaRPr lang="en-US" noProof="0" dirty="0"/>
        </a:p>
      </dgm:t>
    </dgm:pt>
    <dgm:pt modelId="{369A584A-EF56-4B14-848D-F45F93C25F71}" type="parTrans" cxnId="{AD0426BD-4613-4871-8CEC-9C3110106C33}">
      <dgm:prSet/>
      <dgm:spPr/>
      <dgm:t>
        <a:bodyPr/>
        <a:lstStyle/>
        <a:p>
          <a:endParaRPr lang="uk-UA"/>
        </a:p>
      </dgm:t>
    </dgm:pt>
    <dgm:pt modelId="{4EE0B77D-D488-4144-A6A8-A4A2D950358B}" type="sibTrans" cxnId="{AD0426BD-4613-4871-8CEC-9C3110106C33}">
      <dgm:prSet/>
      <dgm:spPr/>
      <dgm:t>
        <a:bodyPr/>
        <a:lstStyle/>
        <a:p>
          <a:endParaRPr lang="uk-UA"/>
        </a:p>
      </dgm:t>
    </dgm:pt>
    <dgm:pt modelId="{A6B284E0-5347-4731-83EA-4E7388011EA6}">
      <dgm:prSet/>
      <dgm:spPr/>
      <dgm:t>
        <a:bodyPr/>
        <a:lstStyle/>
        <a:p>
          <a:pPr rtl="0"/>
          <a:r>
            <a:rPr lang="en-US" b="0" i="0" baseline="0" noProof="0" dirty="0" smtClean="0"/>
            <a:t>Metadata: keeping track of what variables mean</a:t>
          </a:r>
          <a:r>
            <a:rPr lang="en-US" noProof="0" dirty="0" smtClean="0"/>
            <a:t> (d</a:t>
          </a:r>
          <a:r>
            <a:rPr lang="en-US" b="0" i="0" baseline="0" noProof="0" dirty="0" smtClean="0"/>
            <a:t>ata dictionaries to interpret datasets)</a:t>
          </a:r>
          <a:endParaRPr lang="en-US" noProof="0" dirty="0"/>
        </a:p>
      </dgm:t>
    </dgm:pt>
    <dgm:pt modelId="{C1E7BA61-6C60-45D2-B7D6-2A921D3A09AF}" type="parTrans" cxnId="{DF9BC546-47F0-4FAF-9A1A-C3250A3B7D42}">
      <dgm:prSet/>
      <dgm:spPr/>
      <dgm:t>
        <a:bodyPr/>
        <a:lstStyle/>
        <a:p>
          <a:endParaRPr lang="uk-UA"/>
        </a:p>
      </dgm:t>
    </dgm:pt>
    <dgm:pt modelId="{94EC8052-3530-47A3-B3CD-6A6F93406940}" type="sibTrans" cxnId="{DF9BC546-47F0-4FAF-9A1A-C3250A3B7D42}">
      <dgm:prSet/>
      <dgm:spPr/>
      <dgm:t>
        <a:bodyPr/>
        <a:lstStyle/>
        <a:p>
          <a:endParaRPr lang="uk-UA"/>
        </a:p>
      </dgm:t>
    </dgm:pt>
    <dgm:pt modelId="{B3AE68A7-26C9-469E-A2B1-41A53DCC016A}" type="pres">
      <dgm:prSet presAssocID="{6A550572-6FA9-4F19-8B16-BAE572A46C71}" presName="Name0" presStyleCnt="0">
        <dgm:presLayoutVars>
          <dgm:dir/>
          <dgm:animLvl val="lvl"/>
          <dgm:resizeHandles val="exact"/>
        </dgm:presLayoutVars>
      </dgm:prSet>
      <dgm:spPr/>
    </dgm:pt>
    <dgm:pt modelId="{63D0FAA9-4A92-4D94-972B-8F2A49645A5D}" type="pres">
      <dgm:prSet presAssocID="{C6D25A14-F615-44DF-A748-0081344D8CD6}" presName="linNode" presStyleCnt="0"/>
      <dgm:spPr/>
    </dgm:pt>
    <dgm:pt modelId="{A48F0878-9FB4-439C-8494-C4FD9D431D7C}" type="pres">
      <dgm:prSet presAssocID="{C6D25A14-F615-44DF-A748-0081344D8CD6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B97F5A10-F6E8-45C4-9A13-F4CD5BC1499C}" type="pres">
      <dgm:prSet presAssocID="{C6D25A14-F615-44DF-A748-0081344D8CD6}" presName="descendantText" presStyleLbl="alignAccFollowNode1" presStyleIdx="0" presStyleCnt="5">
        <dgm:presLayoutVars>
          <dgm:bulletEnabled val="1"/>
        </dgm:presLayoutVars>
      </dgm:prSet>
      <dgm:spPr/>
    </dgm:pt>
    <dgm:pt modelId="{3A078B6C-A78D-4B06-AD0C-A05B99ECB39D}" type="pres">
      <dgm:prSet presAssocID="{EF348602-BCFF-4B5C-996E-4474356AE28D}" presName="sp" presStyleCnt="0"/>
      <dgm:spPr/>
    </dgm:pt>
    <dgm:pt modelId="{A4768D49-1A46-421D-A09F-0A9840992A2A}" type="pres">
      <dgm:prSet presAssocID="{7AE42945-99BA-4F5A-B85D-0E1150D339DF}" presName="linNode" presStyleCnt="0"/>
      <dgm:spPr/>
    </dgm:pt>
    <dgm:pt modelId="{A179770B-D285-4A9E-BF59-E302A1456BA9}" type="pres">
      <dgm:prSet presAssocID="{7AE42945-99BA-4F5A-B85D-0E1150D339DF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6CCD7E85-9CEA-4E53-9C4E-03A7FA19BF45}" type="pres">
      <dgm:prSet presAssocID="{7AE42945-99BA-4F5A-B85D-0E1150D339DF}" presName="descendantText" presStyleLbl="alignAccFollowNode1" presStyleIdx="1" presStyleCnt="5">
        <dgm:presLayoutVars>
          <dgm:bulletEnabled val="1"/>
        </dgm:presLayoutVars>
      </dgm:prSet>
      <dgm:spPr/>
    </dgm:pt>
    <dgm:pt modelId="{3F0B6170-672A-4E96-9434-BECC0C834265}" type="pres">
      <dgm:prSet presAssocID="{B88AC20A-6FC3-45C9-8907-EBEC157B3698}" presName="sp" presStyleCnt="0"/>
      <dgm:spPr/>
    </dgm:pt>
    <dgm:pt modelId="{92AC80B0-29A2-4E2C-80B9-138A9D4E5684}" type="pres">
      <dgm:prSet presAssocID="{2277DC1B-30DA-43F4-88FA-4EAA03810D95}" presName="linNode" presStyleCnt="0"/>
      <dgm:spPr/>
    </dgm:pt>
    <dgm:pt modelId="{44CB3039-C4F6-45E9-B526-51FBEFD4FB39}" type="pres">
      <dgm:prSet presAssocID="{2277DC1B-30DA-43F4-88FA-4EAA03810D95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3649F143-8311-42E4-933A-F6197B15DCCD}" type="pres">
      <dgm:prSet presAssocID="{2277DC1B-30DA-43F4-88FA-4EAA03810D95}" presName="descendantText" presStyleLbl="alignAccFollowNode1" presStyleIdx="2" presStyleCnt="5">
        <dgm:presLayoutVars>
          <dgm:bulletEnabled val="1"/>
        </dgm:presLayoutVars>
      </dgm:prSet>
      <dgm:spPr/>
    </dgm:pt>
    <dgm:pt modelId="{EB44FBAE-F14B-4D14-A9B5-DCE1B58AE1DB}" type="pres">
      <dgm:prSet presAssocID="{201B6E8D-9694-4F7F-975F-9F28E5940FB2}" presName="sp" presStyleCnt="0"/>
      <dgm:spPr/>
    </dgm:pt>
    <dgm:pt modelId="{AF892FA2-4F51-4B39-A041-61F6A34C9790}" type="pres">
      <dgm:prSet presAssocID="{09143EFF-76A2-4EF9-B473-84CA725FAFD6}" presName="linNode" presStyleCnt="0"/>
      <dgm:spPr/>
    </dgm:pt>
    <dgm:pt modelId="{431829E1-AEA7-4F7E-B14E-2F343DAEA0ED}" type="pres">
      <dgm:prSet presAssocID="{09143EFF-76A2-4EF9-B473-84CA725FAFD6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2E107230-C674-423A-8740-A0D7D038BE24}" type="pres">
      <dgm:prSet presAssocID="{09143EFF-76A2-4EF9-B473-84CA725FAFD6}" presName="descendantText" presStyleLbl="alignAccFollowNode1" presStyleIdx="3" presStyleCnt="5">
        <dgm:presLayoutVars>
          <dgm:bulletEnabled val="1"/>
        </dgm:presLayoutVars>
      </dgm:prSet>
      <dgm:spPr/>
    </dgm:pt>
    <dgm:pt modelId="{C43682EC-6971-4B64-972F-A3F997C36A14}" type="pres">
      <dgm:prSet presAssocID="{C910DBBE-0DDB-45C6-84DC-FD4EB969ADD3}" presName="sp" presStyleCnt="0"/>
      <dgm:spPr/>
    </dgm:pt>
    <dgm:pt modelId="{D548079E-C040-4ECC-87FA-615304051F02}" type="pres">
      <dgm:prSet presAssocID="{28B1C4E7-9D0F-4CA0-988B-D5A117533B1A}" presName="linNode" presStyleCnt="0"/>
      <dgm:spPr/>
    </dgm:pt>
    <dgm:pt modelId="{E794F42B-146D-4C76-842C-2B0294EB3F71}" type="pres">
      <dgm:prSet presAssocID="{28B1C4E7-9D0F-4CA0-988B-D5A117533B1A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DB6B7696-0893-4CE3-AFA0-58694E7240FE}" type="pres">
      <dgm:prSet presAssocID="{28B1C4E7-9D0F-4CA0-988B-D5A117533B1A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DF9BC546-47F0-4FAF-9A1A-C3250A3B7D42}" srcId="{28B1C4E7-9D0F-4CA0-988B-D5A117533B1A}" destId="{A6B284E0-5347-4731-83EA-4E7388011EA6}" srcOrd="0" destOrd="0" parTransId="{C1E7BA61-6C60-45D2-B7D6-2A921D3A09AF}" sibTransId="{94EC8052-3530-47A3-B3CD-6A6F93406940}"/>
    <dgm:cxn modelId="{F15E0CD1-E98B-4A35-BE5D-45855ED9CB2B}" type="presOf" srcId="{49F34E16-3075-4335-A5C8-0E57FB0EB4B1}" destId="{2E107230-C674-423A-8740-A0D7D038BE24}" srcOrd="0" destOrd="0" presId="urn:microsoft.com/office/officeart/2005/8/layout/vList5"/>
    <dgm:cxn modelId="{EF1FBD92-7B4C-456D-8A54-D71C24E24574}" srcId="{09143EFF-76A2-4EF9-B473-84CA725FAFD6}" destId="{49F34E16-3075-4335-A5C8-0E57FB0EB4B1}" srcOrd="0" destOrd="0" parTransId="{233550CA-D7A8-412F-BF70-2612A66DE03E}" sibTransId="{DBDCB807-BE3C-4E01-B9CD-F2FD16F56C9F}"/>
    <dgm:cxn modelId="{F715A876-1752-4ABA-B5D8-2FB4FE92BCCB}" srcId="{C6D25A14-F615-44DF-A748-0081344D8CD6}" destId="{06F8748D-6CCA-41BF-A6EF-BA3392938ADB}" srcOrd="1" destOrd="0" parTransId="{6CA07532-7D4F-4A29-8451-EC4F6134861D}" sibTransId="{2B46E9C0-9F44-49FB-AEE1-6A6C0C488949}"/>
    <dgm:cxn modelId="{9825E2B0-F472-4275-B677-53E88A36FA8F}" srcId="{C6D25A14-F615-44DF-A748-0081344D8CD6}" destId="{1FF23162-F8A2-4E79-A1A8-EE02E9C6D53A}" srcOrd="0" destOrd="0" parTransId="{CC389CDB-8EE8-4DB6-8FE1-EABB69AE7216}" sibTransId="{9667BAC4-37EC-4539-BAC3-DDC2A5CE455A}"/>
    <dgm:cxn modelId="{4D69E8E9-B670-46D0-8084-8555799A1075}" srcId="{7AE42945-99BA-4F5A-B85D-0E1150D339DF}" destId="{540518B7-35FB-452A-B552-8F542BB1221E}" srcOrd="0" destOrd="0" parTransId="{A9EE842B-8D36-46C2-ABAF-8A478FF0B26F}" sibTransId="{7283204D-0374-40AF-8422-11DB7B5027C2}"/>
    <dgm:cxn modelId="{4D24ECC8-843F-4147-A13A-A5742BA13CB6}" type="presOf" srcId="{83912D34-BBE7-4D65-AE74-45F0DDBC9AA3}" destId="{3649F143-8311-42E4-933A-F6197B15DCCD}" srcOrd="0" destOrd="0" presId="urn:microsoft.com/office/officeart/2005/8/layout/vList5"/>
    <dgm:cxn modelId="{DFE81AAE-B247-4D9B-A81B-6896EE50C241}" srcId="{7AE42945-99BA-4F5A-B85D-0E1150D339DF}" destId="{CF7131A4-545E-48FA-B57E-B57CC2241446}" srcOrd="1" destOrd="0" parTransId="{E8E81553-D9E4-414A-91DD-078861CAAA63}" sibTransId="{1912E3EA-5595-40ED-B3D9-19B13B8E226A}"/>
    <dgm:cxn modelId="{AD0426BD-4613-4871-8CEC-9C3110106C33}" srcId="{6A550572-6FA9-4F19-8B16-BAE572A46C71}" destId="{28B1C4E7-9D0F-4CA0-988B-D5A117533B1A}" srcOrd="4" destOrd="0" parTransId="{369A584A-EF56-4B14-848D-F45F93C25F71}" sibTransId="{4EE0B77D-D488-4144-A6A8-A4A2D950358B}"/>
    <dgm:cxn modelId="{C3D99995-0CBB-4F97-BC43-35198659F898}" srcId="{6A550572-6FA9-4F19-8B16-BAE572A46C71}" destId="{2277DC1B-30DA-43F4-88FA-4EAA03810D95}" srcOrd="2" destOrd="0" parTransId="{5400CC90-1D88-428F-8F73-CEB5E6EE18BE}" sibTransId="{201B6E8D-9694-4F7F-975F-9F28E5940FB2}"/>
    <dgm:cxn modelId="{D8D0A04F-4CCD-4CC8-8833-0EC7A511046C}" srcId="{09143EFF-76A2-4EF9-B473-84CA725FAFD6}" destId="{21957C56-687C-4314-8B7E-C59A363CA823}" srcOrd="1" destOrd="0" parTransId="{E25CC1AD-D4B7-40D2-A629-BCE3069AD3EE}" sibTransId="{F3ABA564-C9C9-4FFE-98D9-2ABF9E193EE4}"/>
    <dgm:cxn modelId="{2886F90C-37E1-4214-BC50-D4563A6F58E2}" type="presOf" srcId="{7AE42945-99BA-4F5A-B85D-0E1150D339DF}" destId="{A179770B-D285-4A9E-BF59-E302A1456BA9}" srcOrd="0" destOrd="0" presId="urn:microsoft.com/office/officeart/2005/8/layout/vList5"/>
    <dgm:cxn modelId="{8AEFBBE7-33C8-4092-BF32-E40EE0E2477A}" srcId="{2277DC1B-30DA-43F4-88FA-4EAA03810D95}" destId="{E7FD3DFE-E2C2-41C6-BCD7-CCA1C45AD10A}" srcOrd="1" destOrd="0" parTransId="{657EDE9A-E8B6-4467-B71E-D5C64456BD1C}" sibTransId="{86595A33-261E-4092-AD00-AC5692459158}"/>
    <dgm:cxn modelId="{C00B8E4A-6A59-4B23-AB5F-0DEE537075DF}" type="presOf" srcId="{A6B284E0-5347-4731-83EA-4E7388011EA6}" destId="{DB6B7696-0893-4CE3-AFA0-58694E7240FE}" srcOrd="0" destOrd="0" presId="urn:microsoft.com/office/officeart/2005/8/layout/vList5"/>
    <dgm:cxn modelId="{F1E752DA-5AD1-4332-939C-149CFE639600}" type="presOf" srcId="{06F8748D-6CCA-41BF-A6EF-BA3392938ADB}" destId="{B97F5A10-F6E8-45C4-9A13-F4CD5BC1499C}" srcOrd="0" destOrd="1" presId="urn:microsoft.com/office/officeart/2005/8/layout/vList5"/>
    <dgm:cxn modelId="{4AE048CB-DC7D-4BB0-9B77-01F4B95B9483}" type="presOf" srcId="{540518B7-35FB-452A-B552-8F542BB1221E}" destId="{6CCD7E85-9CEA-4E53-9C4E-03A7FA19BF45}" srcOrd="0" destOrd="0" presId="urn:microsoft.com/office/officeart/2005/8/layout/vList5"/>
    <dgm:cxn modelId="{8E264FD4-4CF3-4E1A-AC57-0CD6BFD5750F}" type="presOf" srcId="{28B1C4E7-9D0F-4CA0-988B-D5A117533B1A}" destId="{E794F42B-146D-4C76-842C-2B0294EB3F71}" srcOrd="0" destOrd="0" presId="urn:microsoft.com/office/officeart/2005/8/layout/vList5"/>
    <dgm:cxn modelId="{A5997B80-953C-404D-A8CB-822F63EC2399}" srcId="{6A550572-6FA9-4F19-8B16-BAE572A46C71}" destId="{09143EFF-76A2-4EF9-B473-84CA725FAFD6}" srcOrd="3" destOrd="0" parTransId="{7A8CE3C7-2E1F-477F-852A-CF1C5BD44B21}" sibTransId="{C910DBBE-0DDB-45C6-84DC-FD4EB969ADD3}"/>
    <dgm:cxn modelId="{2E2F6396-2419-4441-A476-5610D3945EEB}" srcId="{6A550572-6FA9-4F19-8B16-BAE572A46C71}" destId="{7AE42945-99BA-4F5A-B85D-0E1150D339DF}" srcOrd="1" destOrd="0" parTransId="{B165F38B-E5EB-4EF1-B9F1-A08A4B03DD48}" sibTransId="{B88AC20A-6FC3-45C9-8907-EBEC157B3698}"/>
    <dgm:cxn modelId="{AACB8CF3-6987-42D5-994E-6D36F69AEF31}" type="presOf" srcId="{1FF23162-F8A2-4E79-A1A8-EE02E9C6D53A}" destId="{B97F5A10-F6E8-45C4-9A13-F4CD5BC1499C}" srcOrd="0" destOrd="0" presId="urn:microsoft.com/office/officeart/2005/8/layout/vList5"/>
    <dgm:cxn modelId="{6FF17C35-E88C-475F-AAFB-227D6724A73B}" srcId="{6A550572-6FA9-4F19-8B16-BAE572A46C71}" destId="{C6D25A14-F615-44DF-A748-0081344D8CD6}" srcOrd="0" destOrd="0" parTransId="{F63C4DFD-E7EF-474E-8A98-597BD510B77C}" sibTransId="{EF348602-BCFF-4B5C-996E-4474356AE28D}"/>
    <dgm:cxn modelId="{9E33BBED-8BE7-46D9-8941-29836E757B2C}" type="presOf" srcId="{CF7131A4-545E-48FA-B57E-B57CC2241446}" destId="{6CCD7E85-9CEA-4E53-9C4E-03A7FA19BF45}" srcOrd="0" destOrd="1" presId="urn:microsoft.com/office/officeart/2005/8/layout/vList5"/>
    <dgm:cxn modelId="{8600CA90-97F0-41E1-BB23-9333A123B3EB}" type="presOf" srcId="{E7FD3DFE-E2C2-41C6-BCD7-CCA1C45AD10A}" destId="{3649F143-8311-42E4-933A-F6197B15DCCD}" srcOrd="0" destOrd="1" presId="urn:microsoft.com/office/officeart/2005/8/layout/vList5"/>
    <dgm:cxn modelId="{3DE5145B-9AF3-40E6-A135-8B8CCDB1F98C}" type="presOf" srcId="{C6D25A14-F615-44DF-A748-0081344D8CD6}" destId="{A48F0878-9FB4-439C-8494-C4FD9D431D7C}" srcOrd="0" destOrd="0" presId="urn:microsoft.com/office/officeart/2005/8/layout/vList5"/>
    <dgm:cxn modelId="{D9F36F0C-A839-4E93-B6D1-7A07ABEFDE8E}" type="presOf" srcId="{2277DC1B-30DA-43F4-88FA-4EAA03810D95}" destId="{44CB3039-C4F6-45E9-B526-51FBEFD4FB39}" srcOrd="0" destOrd="0" presId="urn:microsoft.com/office/officeart/2005/8/layout/vList5"/>
    <dgm:cxn modelId="{503782B3-19C9-401B-BA75-FD38B599EEEF}" type="presOf" srcId="{09143EFF-76A2-4EF9-B473-84CA725FAFD6}" destId="{431829E1-AEA7-4F7E-B14E-2F343DAEA0ED}" srcOrd="0" destOrd="0" presId="urn:microsoft.com/office/officeart/2005/8/layout/vList5"/>
    <dgm:cxn modelId="{B3631159-2850-404B-9992-B32473515B44}" type="presOf" srcId="{21957C56-687C-4314-8B7E-C59A363CA823}" destId="{2E107230-C674-423A-8740-A0D7D038BE24}" srcOrd="0" destOrd="1" presId="urn:microsoft.com/office/officeart/2005/8/layout/vList5"/>
    <dgm:cxn modelId="{EB957B0F-A20F-4C21-94E9-1F47F4ABA22C}" type="presOf" srcId="{6A550572-6FA9-4F19-8B16-BAE572A46C71}" destId="{B3AE68A7-26C9-469E-A2B1-41A53DCC016A}" srcOrd="0" destOrd="0" presId="urn:microsoft.com/office/officeart/2005/8/layout/vList5"/>
    <dgm:cxn modelId="{45296CB0-E325-4580-90E3-C76B1651C13C}" srcId="{2277DC1B-30DA-43F4-88FA-4EAA03810D95}" destId="{83912D34-BBE7-4D65-AE74-45F0DDBC9AA3}" srcOrd="0" destOrd="0" parTransId="{FB9A2436-14D5-4542-8C04-7C300B4C7B90}" sibTransId="{5FDAC743-884D-432C-89D1-DDCD65E4AACD}"/>
    <dgm:cxn modelId="{F8B95BC3-28E4-4C73-9969-B5946958D474}" type="presParOf" srcId="{B3AE68A7-26C9-469E-A2B1-41A53DCC016A}" destId="{63D0FAA9-4A92-4D94-972B-8F2A49645A5D}" srcOrd="0" destOrd="0" presId="urn:microsoft.com/office/officeart/2005/8/layout/vList5"/>
    <dgm:cxn modelId="{DD200F93-E6BD-4EE6-9465-17EE75427CC7}" type="presParOf" srcId="{63D0FAA9-4A92-4D94-972B-8F2A49645A5D}" destId="{A48F0878-9FB4-439C-8494-C4FD9D431D7C}" srcOrd="0" destOrd="0" presId="urn:microsoft.com/office/officeart/2005/8/layout/vList5"/>
    <dgm:cxn modelId="{3846C827-A73E-4815-8D08-8C2C56875E2A}" type="presParOf" srcId="{63D0FAA9-4A92-4D94-972B-8F2A49645A5D}" destId="{B97F5A10-F6E8-45C4-9A13-F4CD5BC1499C}" srcOrd="1" destOrd="0" presId="urn:microsoft.com/office/officeart/2005/8/layout/vList5"/>
    <dgm:cxn modelId="{36170991-4CF1-4949-B50B-0E6A2A36312A}" type="presParOf" srcId="{B3AE68A7-26C9-469E-A2B1-41A53DCC016A}" destId="{3A078B6C-A78D-4B06-AD0C-A05B99ECB39D}" srcOrd="1" destOrd="0" presId="urn:microsoft.com/office/officeart/2005/8/layout/vList5"/>
    <dgm:cxn modelId="{3C3032F4-5FAA-4A3A-89A7-C5C9B87D8F57}" type="presParOf" srcId="{B3AE68A7-26C9-469E-A2B1-41A53DCC016A}" destId="{A4768D49-1A46-421D-A09F-0A9840992A2A}" srcOrd="2" destOrd="0" presId="urn:microsoft.com/office/officeart/2005/8/layout/vList5"/>
    <dgm:cxn modelId="{FA9751C9-003F-429E-85BD-F1E6F07E82AB}" type="presParOf" srcId="{A4768D49-1A46-421D-A09F-0A9840992A2A}" destId="{A179770B-D285-4A9E-BF59-E302A1456BA9}" srcOrd="0" destOrd="0" presId="urn:microsoft.com/office/officeart/2005/8/layout/vList5"/>
    <dgm:cxn modelId="{4C9BFB3D-1E1E-4082-BDF2-65A12C3CCAFB}" type="presParOf" srcId="{A4768D49-1A46-421D-A09F-0A9840992A2A}" destId="{6CCD7E85-9CEA-4E53-9C4E-03A7FA19BF45}" srcOrd="1" destOrd="0" presId="urn:microsoft.com/office/officeart/2005/8/layout/vList5"/>
    <dgm:cxn modelId="{308554E8-1B56-4179-B646-7D3BF1ED317E}" type="presParOf" srcId="{B3AE68A7-26C9-469E-A2B1-41A53DCC016A}" destId="{3F0B6170-672A-4E96-9434-BECC0C834265}" srcOrd="3" destOrd="0" presId="urn:microsoft.com/office/officeart/2005/8/layout/vList5"/>
    <dgm:cxn modelId="{C62DE4E1-5EBE-4D7F-86B0-D9E5FC53C789}" type="presParOf" srcId="{B3AE68A7-26C9-469E-A2B1-41A53DCC016A}" destId="{92AC80B0-29A2-4E2C-80B9-138A9D4E5684}" srcOrd="4" destOrd="0" presId="urn:microsoft.com/office/officeart/2005/8/layout/vList5"/>
    <dgm:cxn modelId="{40BB37A3-41E2-49DC-9B1F-8706679468D2}" type="presParOf" srcId="{92AC80B0-29A2-4E2C-80B9-138A9D4E5684}" destId="{44CB3039-C4F6-45E9-B526-51FBEFD4FB39}" srcOrd="0" destOrd="0" presId="urn:microsoft.com/office/officeart/2005/8/layout/vList5"/>
    <dgm:cxn modelId="{EAC5FB99-B3AB-448F-A897-BE6C929C8668}" type="presParOf" srcId="{92AC80B0-29A2-4E2C-80B9-138A9D4E5684}" destId="{3649F143-8311-42E4-933A-F6197B15DCCD}" srcOrd="1" destOrd="0" presId="urn:microsoft.com/office/officeart/2005/8/layout/vList5"/>
    <dgm:cxn modelId="{1A1FC766-BC1C-4618-A666-157A87B7FCC6}" type="presParOf" srcId="{B3AE68A7-26C9-469E-A2B1-41A53DCC016A}" destId="{EB44FBAE-F14B-4D14-A9B5-DCE1B58AE1DB}" srcOrd="5" destOrd="0" presId="urn:microsoft.com/office/officeart/2005/8/layout/vList5"/>
    <dgm:cxn modelId="{19E8E9BB-9C0B-4700-8A25-670E37830B56}" type="presParOf" srcId="{B3AE68A7-26C9-469E-A2B1-41A53DCC016A}" destId="{AF892FA2-4F51-4B39-A041-61F6A34C9790}" srcOrd="6" destOrd="0" presId="urn:microsoft.com/office/officeart/2005/8/layout/vList5"/>
    <dgm:cxn modelId="{A36AA076-A02B-4544-98F5-0D55DC229555}" type="presParOf" srcId="{AF892FA2-4F51-4B39-A041-61F6A34C9790}" destId="{431829E1-AEA7-4F7E-B14E-2F343DAEA0ED}" srcOrd="0" destOrd="0" presId="urn:microsoft.com/office/officeart/2005/8/layout/vList5"/>
    <dgm:cxn modelId="{AA3A6182-F818-41BE-B9D1-648AA3F01BE6}" type="presParOf" srcId="{AF892FA2-4F51-4B39-A041-61F6A34C9790}" destId="{2E107230-C674-423A-8740-A0D7D038BE24}" srcOrd="1" destOrd="0" presId="urn:microsoft.com/office/officeart/2005/8/layout/vList5"/>
    <dgm:cxn modelId="{6CC55C9B-F63F-4CC3-B7B3-C592CF2FC197}" type="presParOf" srcId="{B3AE68A7-26C9-469E-A2B1-41A53DCC016A}" destId="{C43682EC-6971-4B64-972F-A3F997C36A14}" srcOrd="7" destOrd="0" presId="urn:microsoft.com/office/officeart/2005/8/layout/vList5"/>
    <dgm:cxn modelId="{7625C8BF-FE4A-442C-95C1-F144386DCE8D}" type="presParOf" srcId="{B3AE68A7-26C9-469E-A2B1-41A53DCC016A}" destId="{D548079E-C040-4ECC-87FA-615304051F02}" srcOrd="8" destOrd="0" presId="urn:microsoft.com/office/officeart/2005/8/layout/vList5"/>
    <dgm:cxn modelId="{A24B8B64-B704-4077-AE0A-D1B3674D7DF7}" type="presParOf" srcId="{D548079E-C040-4ECC-87FA-615304051F02}" destId="{E794F42B-146D-4C76-842C-2B0294EB3F71}" srcOrd="0" destOrd="0" presId="urn:microsoft.com/office/officeart/2005/8/layout/vList5"/>
    <dgm:cxn modelId="{D368AC5D-9A1A-45B3-B272-F58DEED03B08}" type="presParOf" srcId="{D548079E-C040-4ECC-87FA-615304051F02}" destId="{DB6B7696-0893-4CE3-AFA0-58694E7240F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010282-0035-4A0F-A2D7-1A7FF72EDA7A}">
      <dsp:nvSpPr>
        <dsp:cNvPr id="0" name=""/>
        <dsp:cNvSpPr/>
      </dsp:nvSpPr>
      <dsp:spPr>
        <a:xfrm>
          <a:off x="0" y="9096"/>
          <a:ext cx="7366958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smtClean="0"/>
            <a:t>Quantitative vs. Categorical</a:t>
          </a:r>
          <a:endParaRPr lang="uk-UA" sz="1900" kern="1200"/>
        </a:p>
      </dsp:txBody>
      <dsp:txXfrm>
        <a:off x="22246" y="31342"/>
        <a:ext cx="7322466" cy="411223"/>
      </dsp:txXfrm>
    </dsp:sp>
    <dsp:sp modelId="{1FBAC46B-3D03-4A98-A351-67673FB0879F}">
      <dsp:nvSpPr>
        <dsp:cNvPr id="0" name=""/>
        <dsp:cNvSpPr/>
      </dsp:nvSpPr>
      <dsp:spPr>
        <a:xfrm>
          <a:off x="0" y="464811"/>
          <a:ext cx="7366958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3901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Quantitative → numerical (discrete, continuous)</a:t>
          </a:r>
          <a:endParaRPr lang="uk-UA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Categorical → qualitative (nominal/unordered, ordinal/ordered)</a:t>
          </a:r>
          <a:endParaRPr lang="uk-UA" sz="1500" kern="1200"/>
        </a:p>
      </dsp:txBody>
      <dsp:txXfrm>
        <a:off x="0" y="464811"/>
        <a:ext cx="7366958" cy="521122"/>
      </dsp:txXfrm>
    </dsp:sp>
    <dsp:sp modelId="{B75D27DC-5217-4919-905F-EE34015806D5}">
      <dsp:nvSpPr>
        <dsp:cNvPr id="0" name=""/>
        <dsp:cNvSpPr/>
      </dsp:nvSpPr>
      <dsp:spPr>
        <a:xfrm>
          <a:off x="0" y="985933"/>
          <a:ext cx="7366958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smtClean="0"/>
            <a:t>Examples in real data</a:t>
          </a:r>
          <a:endParaRPr lang="uk-UA" sz="1900" kern="1200"/>
        </a:p>
      </dsp:txBody>
      <dsp:txXfrm>
        <a:off x="22246" y="1008179"/>
        <a:ext cx="7322466" cy="411223"/>
      </dsp:txXfrm>
    </dsp:sp>
    <dsp:sp modelId="{DE52D88C-0288-4405-85CC-9ACF2283EB43}">
      <dsp:nvSpPr>
        <dsp:cNvPr id="0" name=""/>
        <dsp:cNvSpPr/>
      </dsp:nvSpPr>
      <dsp:spPr>
        <a:xfrm>
          <a:off x="0" y="1441648"/>
          <a:ext cx="7366958" cy="1042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3901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Discrete → number of children, count of transactions</a:t>
          </a:r>
          <a:endParaRPr lang="uk-UA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Continuous → height, temperature</a:t>
          </a:r>
          <a:endParaRPr lang="uk-UA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Nominal → country, gender</a:t>
          </a:r>
          <a:endParaRPr lang="uk-UA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Ordinal → education level, rating scale (low/medium/high)</a:t>
          </a:r>
          <a:endParaRPr lang="uk-UA" sz="1500" kern="1200"/>
        </a:p>
      </dsp:txBody>
      <dsp:txXfrm>
        <a:off x="0" y="1441648"/>
        <a:ext cx="7366958" cy="10422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66940E-BAD2-4B4F-B092-ACC90513F4FF}">
      <dsp:nvSpPr>
        <dsp:cNvPr id="0" name=""/>
        <dsp:cNvSpPr/>
      </dsp:nvSpPr>
      <dsp:spPr>
        <a:xfrm>
          <a:off x="0" y="9096"/>
          <a:ext cx="7366958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smtClean="0"/>
            <a:t>Quantitative vs. Categorical</a:t>
          </a:r>
          <a:endParaRPr lang="uk-UA" sz="1900" kern="1200"/>
        </a:p>
      </dsp:txBody>
      <dsp:txXfrm>
        <a:off x="22246" y="31342"/>
        <a:ext cx="7322466" cy="411223"/>
      </dsp:txXfrm>
    </dsp:sp>
    <dsp:sp modelId="{C206354B-6154-44B2-9059-BF85DAD0D63E}">
      <dsp:nvSpPr>
        <dsp:cNvPr id="0" name=""/>
        <dsp:cNvSpPr/>
      </dsp:nvSpPr>
      <dsp:spPr>
        <a:xfrm>
          <a:off x="0" y="464811"/>
          <a:ext cx="7366958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3901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Quantitative → numerical (discrete, continuous)</a:t>
          </a:r>
          <a:endParaRPr lang="uk-UA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Categorical → qualitative (nominal/unordered, ordinal/ordered)</a:t>
          </a:r>
          <a:endParaRPr lang="uk-UA" sz="1500" kern="1200"/>
        </a:p>
      </dsp:txBody>
      <dsp:txXfrm>
        <a:off x="0" y="464811"/>
        <a:ext cx="7366958" cy="521122"/>
      </dsp:txXfrm>
    </dsp:sp>
    <dsp:sp modelId="{DB5D8CB1-BDBF-4D0C-AA93-E859077CFC01}">
      <dsp:nvSpPr>
        <dsp:cNvPr id="0" name=""/>
        <dsp:cNvSpPr/>
      </dsp:nvSpPr>
      <dsp:spPr>
        <a:xfrm>
          <a:off x="0" y="985933"/>
          <a:ext cx="7366958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smtClean="0"/>
            <a:t>Examples in real data</a:t>
          </a:r>
          <a:endParaRPr lang="uk-UA" sz="1900" kern="1200"/>
        </a:p>
      </dsp:txBody>
      <dsp:txXfrm>
        <a:off x="22246" y="1008179"/>
        <a:ext cx="7322466" cy="411223"/>
      </dsp:txXfrm>
    </dsp:sp>
    <dsp:sp modelId="{F308C937-DAD2-4F32-BE56-E6AC252A433B}">
      <dsp:nvSpPr>
        <dsp:cNvPr id="0" name=""/>
        <dsp:cNvSpPr/>
      </dsp:nvSpPr>
      <dsp:spPr>
        <a:xfrm>
          <a:off x="0" y="1441648"/>
          <a:ext cx="7366958" cy="1042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3901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Discrete → number of children, count of transactions</a:t>
          </a:r>
          <a:endParaRPr lang="uk-UA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Continuous → height, temperature</a:t>
          </a:r>
          <a:endParaRPr lang="uk-UA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Nominal → country, gender</a:t>
          </a:r>
          <a:endParaRPr lang="uk-UA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Ordinal → education level, rating scale (low/medium/high)</a:t>
          </a:r>
          <a:endParaRPr lang="uk-UA" sz="1500" kern="1200"/>
        </a:p>
      </dsp:txBody>
      <dsp:txXfrm>
        <a:off x="0" y="1441648"/>
        <a:ext cx="7366958" cy="10422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A3DE9B-9294-4609-8A83-BBECDD7BC9DF}">
      <dsp:nvSpPr>
        <dsp:cNvPr id="0" name=""/>
        <dsp:cNvSpPr/>
      </dsp:nvSpPr>
      <dsp:spPr>
        <a:xfrm>
          <a:off x="0" y="9096"/>
          <a:ext cx="7366958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smtClean="0"/>
            <a:t>Quantitative vs. Categorical</a:t>
          </a:r>
          <a:endParaRPr lang="uk-UA" sz="1900" kern="1200"/>
        </a:p>
      </dsp:txBody>
      <dsp:txXfrm>
        <a:off x="22246" y="31342"/>
        <a:ext cx="7322466" cy="411223"/>
      </dsp:txXfrm>
    </dsp:sp>
    <dsp:sp modelId="{DAD6B0E0-F3DA-41D5-A33F-49A085E1041E}">
      <dsp:nvSpPr>
        <dsp:cNvPr id="0" name=""/>
        <dsp:cNvSpPr/>
      </dsp:nvSpPr>
      <dsp:spPr>
        <a:xfrm>
          <a:off x="0" y="464811"/>
          <a:ext cx="7366958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3901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Quantitative → numerical (discrete, continuous)</a:t>
          </a:r>
          <a:endParaRPr lang="uk-UA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Categorical → qualitative (nominal/unordered, ordinal/ordered)</a:t>
          </a:r>
          <a:endParaRPr lang="uk-UA" sz="1500" kern="1200"/>
        </a:p>
      </dsp:txBody>
      <dsp:txXfrm>
        <a:off x="0" y="464811"/>
        <a:ext cx="7366958" cy="521122"/>
      </dsp:txXfrm>
    </dsp:sp>
    <dsp:sp modelId="{6A9095C4-E414-495F-818C-D6F0D707C59A}">
      <dsp:nvSpPr>
        <dsp:cNvPr id="0" name=""/>
        <dsp:cNvSpPr/>
      </dsp:nvSpPr>
      <dsp:spPr>
        <a:xfrm>
          <a:off x="0" y="985933"/>
          <a:ext cx="7366958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smtClean="0"/>
            <a:t>Examples in real data</a:t>
          </a:r>
          <a:endParaRPr lang="uk-UA" sz="1900" kern="1200"/>
        </a:p>
      </dsp:txBody>
      <dsp:txXfrm>
        <a:off x="22246" y="1008179"/>
        <a:ext cx="7322466" cy="411223"/>
      </dsp:txXfrm>
    </dsp:sp>
    <dsp:sp modelId="{580A043B-C975-4A55-B88A-CA6AD72E2DDE}">
      <dsp:nvSpPr>
        <dsp:cNvPr id="0" name=""/>
        <dsp:cNvSpPr/>
      </dsp:nvSpPr>
      <dsp:spPr>
        <a:xfrm>
          <a:off x="0" y="1441648"/>
          <a:ext cx="7366958" cy="1042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3901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Discrete → number of children, count of transactions</a:t>
          </a:r>
          <a:endParaRPr lang="uk-UA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dirty="0" smtClean="0"/>
            <a:t>Continuous → height, temperature</a:t>
          </a:r>
          <a:endParaRPr lang="uk-UA" sz="1500" kern="1200" dirty="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Nominal → country, gender</a:t>
          </a:r>
          <a:endParaRPr lang="uk-UA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500" kern="1200" smtClean="0"/>
            <a:t>Ordinal → education level, rating scale (low/medium/high)</a:t>
          </a:r>
          <a:endParaRPr lang="uk-UA" sz="1500" kern="1200"/>
        </a:p>
      </dsp:txBody>
      <dsp:txXfrm>
        <a:off x="0" y="1441648"/>
        <a:ext cx="7366958" cy="10422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3987FF-BD7E-4F5C-A684-6C095DAD0087}">
      <dsp:nvSpPr>
        <dsp:cNvPr id="0" name=""/>
        <dsp:cNvSpPr/>
      </dsp:nvSpPr>
      <dsp:spPr>
        <a:xfrm>
          <a:off x="0" y="0"/>
          <a:ext cx="1143000" cy="114300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2CC45B-75E4-4E39-80E7-43DB62530AB2}">
      <dsp:nvSpPr>
        <dsp:cNvPr id="0" name=""/>
        <dsp:cNvSpPr/>
      </dsp:nvSpPr>
      <dsp:spPr>
        <a:xfrm>
          <a:off x="571500" y="0"/>
          <a:ext cx="7658100" cy="114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lvl="0" algn="ctr" defTabSz="2311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smtClean="0"/>
            <a:t>Data preprocessing</a:t>
          </a:r>
          <a:endParaRPr lang="uk-UA" sz="5200" kern="1200"/>
        </a:p>
      </dsp:txBody>
      <dsp:txXfrm>
        <a:off x="571500" y="0"/>
        <a:ext cx="7658100" cy="1143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B1DED1-245C-4CE5-A4B6-7479F43C0028}">
      <dsp:nvSpPr>
        <dsp:cNvPr id="0" name=""/>
        <dsp:cNvSpPr/>
      </dsp:nvSpPr>
      <dsp:spPr>
        <a:xfrm>
          <a:off x="3722" y="1030014"/>
          <a:ext cx="3255266" cy="2604213"/>
        </a:xfrm>
        <a:prstGeom prst="homePlate">
          <a:avLst>
            <a:gd name="adj" fmla="val 2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839" tIns="58420" rIns="459354" bIns="58420" numCol="1" spcCol="1270" anchor="t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300" kern="1200" dirty="0" smtClean="0"/>
            <a:t>Handling </a:t>
          </a:r>
          <a:r>
            <a:rPr lang="en-AU" sz="2300" b="1" kern="1200" dirty="0" smtClean="0"/>
            <a:t>missing values</a:t>
          </a:r>
          <a:r>
            <a:rPr lang="en-AU" sz="2300" kern="1200" dirty="0" smtClean="0"/>
            <a:t>:</a:t>
          </a:r>
          <a:endParaRPr lang="uk-UA" sz="23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800" kern="1200" dirty="0" smtClean="0"/>
            <a:t>Drop, fill with mean/median/mode, forward/backward fill</a:t>
          </a:r>
          <a:endParaRPr lang="uk-UA" sz="1800" kern="1200" dirty="0"/>
        </a:p>
      </dsp:txBody>
      <dsp:txXfrm>
        <a:off x="3722" y="1030014"/>
        <a:ext cx="2929739" cy="2604213"/>
      </dsp:txXfrm>
    </dsp:sp>
    <dsp:sp modelId="{232C4FD8-EDFA-4498-A472-0009FB7CD805}">
      <dsp:nvSpPr>
        <dsp:cNvPr id="0" name=""/>
        <dsp:cNvSpPr/>
      </dsp:nvSpPr>
      <dsp:spPr>
        <a:xfrm>
          <a:off x="2607936" y="1030014"/>
          <a:ext cx="3255266" cy="2604213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839" tIns="58420" rIns="114839" bIns="58420" numCol="1" spcCol="1270" anchor="t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300" b="1" kern="1200" smtClean="0"/>
            <a:t>Normalization &amp; scaling</a:t>
          </a:r>
          <a:r>
            <a:rPr lang="en-AU" sz="2300" kern="1200" smtClean="0"/>
            <a:t>:</a:t>
          </a:r>
          <a:endParaRPr lang="uk-UA" sz="23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800" kern="1200" dirty="0" smtClean="0"/>
            <a:t>Min-Max scaling</a:t>
          </a:r>
          <a:endParaRPr lang="uk-UA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800" kern="1200" smtClean="0"/>
            <a:t>Standardization (z-score)</a:t>
          </a:r>
          <a:endParaRPr lang="uk-UA" sz="1800" kern="1200"/>
        </a:p>
      </dsp:txBody>
      <dsp:txXfrm>
        <a:off x="3258989" y="1030014"/>
        <a:ext cx="1953160" cy="2604213"/>
      </dsp:txXfrm>
    </dsp:sp>
    <dsp:sp modelId="{045630BC-559C-4265-84C6-4F8A003BE004}">
      <dsp:nvSpPr>
        <dsp:cNvPr id="0" name=""/>
        <dsp:cNvSpPr/>
      </dsp:nvSpPr>
      <dsp:spPr>
        <a:xfrm>
          <a:off x="5212149" y="1030014"/>
          <a:ext cx="3255266" cy="2604213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839" tIns="58420" rIns="114839" bIns="58420" numCol="1" spcCol="1270" anchor="t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300" b="1" kern="1200" dirty="0" smtClean="0"/>
            <a:t>Cleaning</a:t>
          </a:r>
          <a:r>
            <a:rPr lang="en-AU" sz="2300" kern="1200" dirty="0" smtClean="0"/>
            <a:t> text data:</a:t>
          </a:r>
          <a:endParaRPr lang="uk-UA" sz="23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800" kern="1200" dirty="0" smtClean="0"/>
            <a:t>lowercasing, stripping whitespace</a:t>
          </a:r>
          <a:endParaRPr lang="uk-UA" sz="1800" kern="1200" dirty="0"/>
        </a:p>
      </dsp:txBody>
      <dsp:txXfrm>
        <a:off x="5863202" y="1030014"/>
        <a:ext cx="1953160" cy="260421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485B5B-9B68-4321-8A9B-9D746F30226C}">
      <dsp:nvSpPr>
        <dsp:cNvPr id="0" name=""/>
        <dsp:cNvSpPr/>
      </dsp:nvSpPr>
      <dsp:spPr>
        <a:xfrm>
          <a:off x="0" y="0"/>
          <a:ext cx="4525963" cy="4525963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A45FC70-25DF-4890-8AC3-5DDEA22645BA}">
      <dsp:nvSpPr>
        <dsp:cNvPr id="0" name=""/>
        <dsp:cNvSpPr/>
      </dsp:nvSpPr>
      <dsp:spPr>
        <a:xfrm>
          <a:off x="2262981" y="0"/>
          <a:ext cx="5966618" cy="452596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smtClean="0"/>
            <a:t>sequential order, trend/seasonality</a:t>
          </a:r>
          <a:endParaRPr lang="uk-UA" sz="3800" kern="1200" dirty="0"/>
        </a:p>
      </dsp:txBody>
      <dsp:txXfrm>
        <a:off x="2262981" y="0"/>
        <a:ext cx="5966618" cy="1357791"/>
      </dsp:txXfrm>
    </dsp:sp>
    <dsp:sp modelId="{F6529518-1A29-403F-B991-0DA606AC8550}">
      <dsp:nvSpPr>
        <dsp:cNvPr id="0" name=""/>
        <dsp:cNvSpPr/>
      </dsp:nvSpPr>
      <dsp:spPr>
        <a:xfrm>
          <a:off x="792044" y="1357791"/>
          <a:ext cx="2941873" cy="2941873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99D66B1-7E87-49A1-A2A4-EB2B6EC1C784}">
      <dsp:nvSpPr>
        <dsp:cNvPr id="0" name=""/>
        <dsp:cNvSpPr/>
      </dsp:nvSpPr>
      <dsp:spPr>
        <a:xfrm>
          <a:off x="2262981" y="1357791"/>
          <a:ext cx="5966618" cy="294187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 smtClean="0"/>
            <a:t>Indexing by date in pandas</a:t>
          </a:r>
          <a:endParaRPr lang="uk-UA" sz="3800" kern="1200" dirty="0"/>
        </a:p>
      </dsp:txBody>
      <dsp:txXfrm>
        <a:off x="2262981" y="1357791"/>
        <a:ext cx="5966618" cy="1357787"/>
      </dsp:txXfrm>
    </dsp:sp>
    <dsp:sp modelId="{E4A27CFE-89FD-4C76-8282-14885522272E}">
      <dsp:nvSpPr>
        <dsp:cNvPr id="0" name=""/>
        <dsp:cNvSpPr/>
      </dsp:nvSpPr>
      <dsp:spPr>
        <a:xfrm>
          <a:off x="1584087" y="2715579"/>
          <a:ext cx="1357787" cy="1357787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8E9627A-36A1-4539-82EF-687B3C3794DD}">
      <dsp:nvSpPr>
        <dsp:cNvPr id="0" name=""/>
        <dsp:cNvSpPr/>
      </dsp:nvSpPr>
      <dsp:spPr>
        <a:xfrm>
          <a:off x="2262981" y="2715579"/>
          <a:ext cx="5966618" cy="13577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 smtClean="0"/>
            <a:t>Resampling, rolling averages</a:t>
          </a:r>
          <a:endParaRPr lang="uk-UA" sz="3800" kern="1200" dirty="0"/>
        </a:p>
      </dsp:txBody>
      <dsp:txXfrm>
        <a:off x="2262981" y="2715579"/>
        <a:ext cx="5966618" cy="13577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8E16B1-F174-4A52-A1F0-30DEABF68CBC}">
      <dsp:nvSpPr>
        <dsp:cNvPr id="0" name=""/>
        <dsp:cNvSpPr/>
      </dsp:nvSpPr>
      <dsp:spPr>
        <a:xfrm>
          <a:off x="0" y="734146"/>
          <a:ext cx="8627952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i="0" kern="1200" baseline="0" dirty="0" smtClean="0"/>
            <a:t>Outcome / Target /Response / Dependent variable</a:t>
          </a:r>
          <a:endParaRPr lang="uk-UA" sz="2700" kern="1200" dirty="0"/>
        </a:p>
      </dsp:txBody>
      <dsp:txXfrm>
        <a:off x="31613" y="765759"/>
        <a:ext cx="8564726" cy="584369"/>
      </dsp:txXfrm>
    </dsp:sp>
    <dsp:sp modelId="{4405318A-1D8F-49B6-BD55-4A9D085A0FC3}">
      <dsp:nvSpPr>
        <dsp:cNvPr id="0" name=""/>
        <dsp:cNvSpPr/>
      </dsp:nvSpPr>
      <dsp:spPr>
        <a:xfrm>
          <a:off x="0" y="1381741"/>
          <a:ext cx="8627952" cy="1089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3937" tIns="34290" rIns="192024" bIns="34290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b="0" i="0" kern="1200" baseline="0" smtClean="0"/>
            <a:t>The variable you want to explain or predict</a:t>
          </a:r>
          <a:endParaRPr lang="uk-UA" sz="2100" kern="1200"/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b="0" i="0" kern="1200" baseline="0" smtClean="0"/>
            <a:t>Usually denoted as </a:t>
          </a:r>
          <a:r>
            <a:rPr lang="en-US" sz="2100" b="1" i="0" kern="1200" baseline="0" smtClean="0"/>
            <a:t>Y</a:t>
          </a:r>
          <a:endParaRPr lang="uk-UA" sz="2100" kern="1200"/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b="0" i="0" kern="1200" baseline="0" dirty="0" smtClean="0"/>
            <a:t>Examples: exam score, sales revenue, patient recovery, churn (</a:t>
          </a:r>
          <a:r>
            <a:rPr lang="en-US" sz="2100" b="0" i="0" kern="1200" baseline="0" smtClean="0"/>
            <a:t>yes/no)</a:t>
          </a:r>
          <a:endParaRPr lang="uk-UA" sz="2100" kern="1200" dirty="0"/>
        </a:p>
      </dsp:txBody>
      <dsp:txXfrm>
        <a:off x="0" y="1381741"/>
        <a:ext cx="8627952" cy="1089854"/>
      </dsp:txXfrm>
    </dsp:sp>
    <dsp:sp modelId="{55B9FE60-ECE6-4512-8354-49EC453F3C93}">
      <dsp:nvSpPr>
        <dsp:cNvPr id="0" name=""/>
        <dsp:cNvSpPr/>
      </dsp:nvSpPr>
      <dsp:spPr>
        <a:xfrm>
          <a:off x="0" y="2471596"/>
          <a:ext cx="8627952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i="0" kern="1200" baseline="0" dirty="0" smtClean="0"/>
            <a:t>Predictors / Features /Explanatory/ Independent variables</a:t>
          </a:r>
          <a:endParaRPr lang="uk-UA" sz="2700" kern="1200" dirty="0"/>
        </a:p>
      </dsp:txBody>
      <dsp:txXfrm>
        <a:off x="31613" y="2503209"/>
        <a:ext cx="8564726" cy="584369"/>
      </dsp:txXfrm>
    </dsp:sp>
    <dsp:sp modelId="{2C77C6E4-BDFF-4E3E-B70A-E07B2374162F}">
      <dsp:nvSpPr>
        <dsp:cNvPr id="0" name=""/>
        <dsp:cNvSpPr/>
      </dsp:nvSpPr>
      <dsp:spPr>
        <a:xfrm>
          <a:off x="0" y="3119191"/>
          <a:ext cx="8627952" cy="1089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3937" tIns="34290" rIns="192024" bIns="34290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b="0" i="0" kern="1200" baseline="0" smtClean="0"/>
            <a:t>Variables used to explain or predict the outcome</a:t>
          </a:r>
          <a:endParaRPr lang="uk-UA" sz="2100" kern="1200"/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b="0" i="0" kern="1200" baseline="0" smtClean="0"/>
            <a:t>Usually denoted as </a:t>
          </a:r>
          <a:r>
            <a:rPr lang="en-US" sz="2100" b="1" i="0" kern="1200" baseline="0" smtClean="0"/>
            <a:t>X1, X2, …, Xn</a:t>
          </a:r>
          <a:endParaRPr lang="uk-UA" sz="2100" kern="1200"/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b="0" i="0" kern="1200" baseline="0" smtClean="0"/>
            <a:t>Examples: study hours, advertising budget, patient age, customer visits</a:t>
          </a:r>
          <a:endParaRPr lang="uk-UA" sz="2100" kern="1200"/>
        </a:p>
      </dsp:txBody>
      <dsp:txXfrm>
        <a:off x="0" y="3119191"/>
        <a:ext cx="8627952" cy="10898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EEA606-8B16-469E-841D-D871232CC6CB}">
      <dsp:nvSpPr>
        <dsp:cNvPr id="0" name=""/>
        <dsp:cNvSpPr/>
      </dsp:nvSpPr>
      <dsp:spPr>
        <a:xfrm>
          <a:off x="0" y="0"/>
          <a:ext cx="8229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Criteria</a:t>
          </a:r>
          <a:endParaRPr lang="uk-UA" sz="3000" kern="1200" dirty="0"/>
        </a:p>
      </dsp:txBody>
      <dsp:txXfrm>
        <a:off x="35125" y="35125"/>
        <a:ext cx="8159350" cy="649299"/>
      </dsp:txXfrm>
    </dsp:sp>
    <dsp:sp modelId="{27112B98-A9DE-4E62-860B-59877BEAC99A}">
      <dsp:nvSpPr>
        <dsp:cNvPr id="0" name=""/>
        <dsp:cNvSpPr/>
      </dsp:nvSpPr>
      <dsp:spPr>
        <a:xfrm>
          <a:off x="0" y="749294"/>
          <a:ext cx="8229600" cy="22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 dirty="0" smtClean="0"/>
            <a:t>Driven by the </a:t>
          </a:r>
          <a:r>
            <a:rPr lang="en-US" sz="2300" b="1" kern="1200" dirty="0" smtClean="0"/>
            <a:t>research question</a:t>
          </a:r>
          <a:r>
            <a:rPr lang="en-US" sz="2300" kern="1200" dirty="0" smtClean="0"/>
            <a:t> (What do we want to know or predict?)</a:t>
          </a:r>
          <a:endParaRPr lang="uk-UA" sz="2300" kern="1200" dirty="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 dirty="0" smtClean="0"/>
            <a:t>Outcome must be </a:t>
          </a:r>
          <a:r>
            <a:rPr lang="en-US" sz="2300" b="1" kern="1200" dirty="0" smtClean="0"/>
            <a:t>measurable and relevant</a:t>
          </a:r>
          <a:endParaRPr lang="uk-UA" sz="2300" kern="1200" dirty="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 dirty="0" smtClean="0"/>
            <a:t>Predictors should be </a:t>
          </a:r>
          <a:r>
            <a:rPr lang="en-US" sz="2300" b="1" kern="1200" dirty="0" smtClean="0"/>
            <a:t>plausibly related</a:t>
          </a:r>
          <a:r>
            <a:rPr lang="en-US" sz="2300" kern="1200" dirty="0" smtClean="0"/>
            <a:t> to outcome (domain knowledge helps)</a:t>
          </a:r>
          <a:endParaRPr lang="uk-UA" sz="2300" kern="1200" dirty="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 dirty="0" smtClean="0"/>
            <a:t>Avoid circular logic (don’t use the outcome itself as a predictor)</a:t>
          </a:r>
          <a:endParaRPr lang="uk-UA" sz="2300" kern="1200" dirty="0"/>
        </a:p>
      </dsp:txBody>
      <dsp:txXfrm>
        <a:off x="0" y="749294"/>
        <a:ext cx="8229600" cy="2235600"/>
      </dsp:txXfrm>
    </dsp:sp>
    <dsp:sp modelId="{3D89F5BD-EA99-4BE5-9025-4667C204233C}">
      <dsp:nvSpPr>
        <dsp:cNvPr id="0" name=""/>
        <dsp:cNvSpPr/>
      </dsp:nvSpPr>
      <dsp:spPr>
        <a:xfrm>
          <a:off x="0" y="2984894"/>
          <a:ext cx="8229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Analogies</a:t>
          </a:r>
          <a:endParaRPr lang="uk-UA" sz="3000" kern="1200" dirty="0"/>
        </a:p>
      </dsp:txBody>
      <dsp:txXfrm>
        <a:off x="35125" y="3020019"/>
        <a:ext cx="8159350" cy="649299"/>
      </dsp:txXfrm>
    </dsp:sp>
    <dsp:sp modelId="{361CCAAE-139D-4A2B-BC76-AAE0C537FF29}">
      <dsp:nvSpPr>
        <dsp:cNvPr id="0" name=""/>
        <dsp:cNvSpPr/>
      </dsp:nvSpPr>
      <dsp:spPr>
        <a:xfrm>
          <a:off x="0" y="3704444"/>
          <a:ext cx="8229600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 dirty="0" smtClean="0"/>
            <a:t>Outcome = the result / “what happens”</a:t>
          </a:r>
          <a:endParaRPr lang="uk-UA" sz="2300" kern="1200" dirty="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 smtClean="0"/>
            <a:t>Predictors = influencing factors / “why it happens”</a:t>
          </a:r>
          <a:endParaRPr lang="uk-UA" sz="2300" kern="1200"/>
        </a:p>
      </dsp:txBody>
      <dsp:txXfrm>
        <a:off x="0" y="3704444"/>
        <a:ext cx="8229600" cy="79177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7F5A10-F6E8-45C4-9A13-F4CD5BC1499C}">
      <dsp:nvSpPr>
        <dsp:cNvPr id="0" name=""/>
        <dsp:cNvSpPr/>
      </dsp:nvSpPr>
      <dsp:spPr>
        <a:xfrm rot="5400000">
          <a:off x="5060930" y="-2142672"/>
          <a:ext cx="608668" cy="504966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b="0" i="0" kern="1200" baseline="0" noProof="0" dirty="0" smtClean="0"/>
            <a:t>Duplicates, outliers, inconsistent values</a:t>
          </a:r>
          <a:endParaRPr lang="en-US" sz="1100" kern="1200" noProof="0" dirty="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b="0" i="0" kern="1200" baseline="0" noProof="0" dirty="0" smtClean="0"/>
            <a:t>How to detect and decide whether to drop or transform them</a:t>
          </a:r>
          <a:endParaRPr lang="en-US" sz="1100" kern="1200" noProof="0" dirty="0"/>
        </a:p>
      </dsp:txBody>
      <dsp:txXfrm rot="-5400000">
        <a:off x="2840435" y="107536"/>
        <a:ext cx="5019947" cy="549242"/>
      </dsp:txXfrm>
    </dsp:sp>
    <dsp:sp modelId="{A48F0878-9FB4-439C-8494-C4FD9D431D7C}">
      <dsp:nvSpPr>
        <dsp:cNvPr id="0" name=""/>
        <dsp:cNvSpPr/>
      </dsp:nvSpPr>
      <dsp:spPr>
        <a:xfrm>
          <a:off x="0" y="1740"/>
          <a:ext cx="2840434" cy="760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 noProof="0" dirty="0" smtClean="0"/>
            <a:t>Data Quality</a:t>
          </a:r>
          <a:endParaRPr lang="en-US" sz="2300" kern="1200" noProof="0" dirty="0"/>
        </a:p>
      </dsp:txBody>
      <dsp:txXfrm>
        <a:off x="37141" y="38881"/>
        <a:ext cx="2766152" cy="686553"/>
      </dsp:txXfrm>
    </dsp:sp>
    <dsp:sp modelId="{6CCD7E85-9CEA-4E53-9C4E-03A7FA19BF45}">
      <dsp:nvSpPr>
        <dsp:cNvPr id="0" name=""/>
        <dsp:cNvSpPr/>
      </dsp:nvSpPr>
      <dsp:spPr>
        <a:xfrm rot="5400000">
          <a:off x="5060930" y="-1343795"/>
          <a:ext cx="608668" cy="504966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b="0" i="0" kern="1200" baseline="0" noProof="0" dirty="0" smtClean="0"/>
            <a:t>Combining multiple sources (joins, merges, concatenation in pandas, VLOOKUP/Power Query in Excel)</a:t>
          </a:r>
          <a:endParaRPr lang="en-US" sz="1100" kern="1200" noProof="0" dirty="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b="0" i="0" kern="1200" baseline="0" noProof="0" dirty="0" smtClean="0"/>
            <a:t>Issues like different formats, different keys</a:t>
          </a:r>
          <a:endParaRPr lang="en-US" sz="1100" kern="1200" noProof="0" dirty="0"/>
        </a:p>
      </dsp:txBody>
      <dsp:txXfrm rot="-5400000">
        <a:off x="2840435" y="906413"/>
        <a:ext cx="5019947" cy="549242"/>
      </dsp:txXfrm>
    </dsp:sp>
    <dsp:sp modelId="{A179770B-D285-4A9E-BF59-E302A1456BA9}">
      <dsp:nvSpPr>
        <dsp:cNvPr id="0" name=""/>
        <dsp:cNvSpPr/>
      </dsp:nvSpPr>
      <dsp:spPr>
        <a:xfrm>
          <a:off x="0" y="800617"/>
          <a:ext cx="2840434" cy="760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 noProof="0" dirty="0" smtClean="0"/>
            <a:t>Data Integration</a:t>
          </a:r>
          <a:endParaRPr lang="en-US" sz="2300" kern="1200" noProof="0" dirty="0"/>
        </a:p>
      </dsp:txBody>
      <dsp:txXfrm>
        <a:off x="37141" y="837758"/>
        <a:ext cx="2766152" cy="686553"/>
      </dsp:txXfrm>
    </dsp:sp>
    <dsp:sp modelId="{3649F143-8311-42E4-933A-F6197B15DCCD}">
      <dsp:nvSpPr>
        <dsp:cNvPr id="0" name=""/>
        <dsp:cNvSpPr/>
      </dsp:nvSpPr>
      <dsp:spPr>
        <a:xfrm rot="5400000">
          <a:off x="5060930" y="-544918"/>
          <a:ext cx="608668" cy="504966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b="0" i="0" kern="1200" baseline="0" noProof="0" dirty="0" smtClean="0"/>
            <a:t>Feature engineering (e.g., extracting month from a date, creating age from birthdate)</a:t>
          </a:r>
          <a:endParaRPr lang="en-US" sz="1100" kern="1200" noProof="0" dirty="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b="0" i="0" kern="1200" baseline="0" noProof="0" dirty="0" smtClean="0"/>
            <a:t>Aggregation (</a:t>
          </a:r>
          <a:r>
            <a:rPr lang="en-US" sz="1100" b="0" i="0" kern="1200" baseline="0" noProof="0" dirty="0" err="1" smtClean="0"/>
            <a:t>groupby</a:t>
          </a:r>
          <a:r>
            <a:rPr lang="en-US" sz="1100" b="0" i="0" kern="1200" baseline="0" noProof="0" dirty="0" smtClean="0"/>
            <a:t> in pandas, PivotTables in Excel)</a:t>
          </a:r>
          <a:endParaRPr lang="en-US" sz="1100" kern="1200" noProof="0" dirty="0"/>
        </a:p>
      </dsp:txBody>
      <dsp:txXfrm rot="-5400000">
        <a:off x="2840435" y="1705290"/>
        <a:ext cx="5019947" cy="549242"/>
      </dsp:txXfrm>
    </dsp:sp>
    <dsp:sp modelId="{44CB3039-C4F6-45E9-B526-51FBEFD4FB39}">
      <dsp:nvSpPr>
        <dsp:cNvPr id="0" name=""/>
        <dsp:cNvSpPr/>
      </dsp:nvSpPr>
      <dsp:spPr>
        <a:xfrm>
          <a:off x="0" y="1599494"/>
          <a:ext cx="2840434" cy="760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 noProof="0" dirty="0" smtClean="0"/>
            <a:t>Data Transformation</a:t>
          </a:r>
          <a:endParaRPr lang="en-US" sz="2300" kern="1200" noProof="0" dirty="0"/>
        </a:p>
      </dsp:txBody>
      <dsp:txXfrm>
        <a:off x="37141" y="1636635"/>
        <a:ext cx="2766152" cy="686553"/>
      </dsp:txXfrm>
    </dsp:sp>
    <dsp:sp modelId="{2E107230-C674-423A-8740-A0D7D038BE24}">
      <dsp:nvSpPr>
        <dsp:cNvPr id="0" name=""/>
        <dsp:cNvSpPr/>
      </dsp:nvSpPr>
      <dsp:spPr>
        <a:xfrm rot="5400000">
          <a:off x="5060930" y="253958"/>
          <a:ext cx="608668" cy="504966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b="0" i="0" kern="1200" baseline="0" noProof="0" dirty="0" smtClean="0"/>
            <a:t>Working with subsets of data when full dataset is too large</a:t>
          </a:r>
          <a:endParaRPr lang="en-US" sz="1100" kern="1200" noProof="0" dirty="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b="0" i="0" kern="1200" baseline="0" noProof="0" dirty="0" smtClean="0"/>
            <a:t>Random sampling vs stratified sampling</a:t>
          </a:r>
          <a:endParaRPr lang="en-US" sz="1100" kern="1200" noProof="0" dirty="0"/>
        </a:p>
      </dsp:txBody>
      <dsp:txXfrm rot="-5400000">
        <a:off x="2840435" y="2504167"/>
        <a:ext cx="5019947" cy="549242"/>
      </dsp:txXfrm>
    </dsp:sp>
    <dsp:sp modelId="{431829E1-AEA7-4F7E-B14E-2F343DAEA0ED}">
      <dsp:nvSpPr>
        <dsp:cNvPr id="0" name=""/>
        <dsp:cNvSpPr/>
      </dsp:nvSpPr>
      <dsp:spPr>
        <a:xfrm>
          <a:off x="0" y="2398371"/>
          <a:ext cx="2840434" cy="760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 noProof="0" dirty="0" smtClean="0"/>
            <a:t>Sampling</a:t>
          </a:r>
          <a:endParaRPr lang="en-US" sz="2300" kern="1200" noProof="0" dirty="0"/>
        </a:p>
      </dsp:txBody>
      <dsp:txXfrm>
        <a:off x="37141" y="2435512"/>
        <a:ext cx="2766152" cy="686553"/>
      </dsp:txXfrm>
    </dsp:sp>
    <dsp:sp modelId="{DB6B7696-0893-4CE3-AFA0-58694E7240FE}">
      <dsp:nvSpPr>
        <dsp:cNvPr id="0" name=""/>
        <dsp:cNvSpPr/>
      </dsp:nvSpPr>
      <dsp:spPr>
        <a:xfrm rot="5400000">
          <a:off x="5060930" y="1052835"/>
          <a:ext cx="608668" cy="504966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b="0" i="0" kern="1200" baseline="0" noProof="0" dirty="0" smtClean="0"/>
            <a:t>Metadata: keeping track of what variables mean</a:t>
          </a:r>
          <a:r>
            <a:rPr lang="en-US" sz="1100" kern="1200" noProof="0" dirty="0" smtClean="0"/>
            <a:t> (d</a:t>
          </a:r>
          <a:r>
            <a:rPr lang="en-US" sz="1100" b="0" i="0" kern="1200" baseline="0" noProof="0" dirty="0" smtClean="0"/>
            <a:t>ata dictionaries to interpret datasets)</a:t>
          </a:r>
          <a:endParaRPr lang="en-US" sz="1100" kern="1200" noProof="0" dirty="0"/>
        </a:p>
      </dsp:txBody>
      <dsp:txXfrm rot="-5400000">
        <a:off x="2840435" y="3303044"/>
        <a:ext cx="5019947" cy="549242"/>
      </dsp:txXfrm>
    </dsp:sp>
    <dsp:sp modelId="{E794F42B-146D-4C76-842C-2B0294EB3F71}">
      <dsp:nvSpPr>
        <dsp:cNvPr id="0" name=""/>
        <dsp:cNvSpPr/>
      </dsp:nvSpPr>
      <dsp:spPr>
        <a:xfrm>
          <a:off x="0" y="3197248"/>
          <a:ext cx="2840434" cy="760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 noProof="0" dirty="0" smtClean="0"/>
            <a:t>Data Documentation</a:t>
          </a:r>
          <a:endParaRPr lang="en-US" sz="2300" kern="1200" noProof="0" dirty="0"/>
        </a:p>
      </dsp:txBody>
      <dsp:txXfrm>
        <a:off x="37141" y="3234389"/>
        <a:ext cx="2766152" cy="6865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8:11.243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0 156 0,'24'0'94,"0"0"-63,-24 24-31,24-24 31,48 0-31,-24-24 16,0 0-16,-24 24 0,24 0 15,0-24 1,0 24-16,-24 0 16,0 0 62,-1 0 31,25-24-109,-24 24 16,72 0-16,0 0 15,-24 0-15,24 0 16,-72 0-16,0 0 16,0 0-16,0 0 93,0 0-77,47 0 0,25 0-16,24 0 15,-72 0-15,24 0 16,-24 0-16,0 0 15,-24 0 48,0-24 46,0 24-109,48 0 16,-1 0-16,25 0 16,-48 0-16,-24 0 15,0 0-15,0 0 16,24 0 171,-24 0-171,48 0-16,24 0 16,-48 0-16,24 0 15,-25 0-15,-23 0 16,24 0-16,-24 0 15,0 0 79,48 0-94,24 0 16,24 0-16,-48 0 15,24 0-15,-1 0 0,-47 0 16,0 0 0,-24 0 62,48 0-78,0 0 15,24 0-15,-24 0 16,48 0-16,-49 0 16,-23 0-16,-24 0 15,24 0-15,-24 0 16,0 0 0,0 0-1,24 0 1,-24 0-16,0 0 15,24 0-15,24 0 16,-48 0-16,24 0 16,24 0-16,-48 0 15,47 0-15,-47 0 16,24 0-16,-24 0 16,0 0-16,0 0 15,24 0-15,-24 0 16,0 0-1,0 0-15,24 0 16,-24 0-16,24 0 16,24 0-16,-48 0 15,48 0-15,23 0 16,-47 0-16,24 0 16,-24 0-16,-24 0 15,24 0-15,0 0 0,-24 0 16,0 0-1,0 0-15,24 0 16,-24 0-16,24 0 0,24 0 16,-1 0-16,-23 0 15,0 0-15,0 0 16,0 0-16,0 0 16,0 0-16,-24 0 15,0 0-15,0 0 16,0 0-1,0 0-15,0 0 0,24 0 16,-24 0-16,24 0 16,-1 0-16,25 0 15,0 0-15,-24 0 16,0 0-16,24 0 16,-48 0-16,48 0 15,-24 0-15,-24 0 16,24 0-16,0 0 15,-24 0-15,23 0 16,-23 0 0,48 0-16,-24 0 15,0 0 1,0 0 0,0 0-16,-24 24 15,0-24-15,0 0 16,24 0-16,0 0 15,-24 0 1,0 0-16,0 0 16,0 0-1,0 0 1,0 0 0,23 0-1,-23 0 1,0 0-1,24 0-15,-24 0 16,0 0-16,24 0 16,-24 0-16,0 0 93,0 0 79,-24 24-156,24-24 0,0 0-1,0 0-15,0 0 16,0 0 46,0 0 110,-24 24-109,24-24 15,0 0 172,-48 0 47,-24 0-266,24 24-15,0-24-16,0 0 15,0 0-15,0 24 16,-24-24-16,24 0 15,0 0-15,-24 0 16,24 24 0,0-24-1,0 0 1,0 0 0,0 0-1,-47 0-15,23 0 16,-24 0-16,0 0 15,24 0-15,0 0 16,0 0 0,24 0-1,0 0 1,0 0-16,0 0 16,0 0-1,0 0-15,-24 0 16,0 0-1,1 0 1,23 0-16,-24 0 16,24 0-16,0 0 15,-24 0-15,24 0 16,0 0-16,0 0 16,0 0-1,0 0 1,0 0-16,-24 0 0,24 0 15,-48 0-15,24 0 16,0 0 0,24 0-16,-23 0 15,23 0 1,0 0 0,0 0-1,0 0 1,-24 0-1,0 0-15,0 0 16,0 0-16,-24 0 16,24 0-16,0 0 15,0 0-15,0 0 16,24 0-16,0 0 16,1 0-16,-1 0 15,0 0 1,0 0-1,0 0-15,-24 0 16,24 0-16,-48 0 16,48 0-16,-24 0 15,0 0-15,0 0 16,0 0-16,0 0 16,24 0-16,0 0 15,0 0-15,0 0 16,0 0-16,1 0 15,-1 0 1,0 0-16,-24 0 16,24 0-16,-24 0 15,24 0-15,-24 0 16,24 0-16,-24 0 16,24 0-16,0 0 0,0 0 15,-24 0-15,24 0 16,0 0-1,-24 0-15,24 0 0,0 0 16,-23 0-16,23 0 16,-24 0-16,0 0 15,24 0-15,-24 0 16,24 0-16,-24 0 16,24 0-16,-24 0 15,24 0-15,0 0 16,0 0-16,0 0 15,0 0-15,0 0 16,0 0-16,0 0 16,0 0-1,0 0 1,0 0 0,0 0-16,1 0 15,-1 0 1,0 0-16,0 0 15,-48 0-15,48 0 16,-48 0 0,24 0-16,0 0 15,24 0-15,0 0 16,-24 0-16,24 0 16,0 0-16,0 0 15,0 0-15,0 0 16,0 0-1,0 0-15,1 0 16,-25 0-16,0 0 16,-24 0-16,0 0 15,24 0-15,-24 0 16,0 0 0,48 0-16,0 0 15,0 0-15,0 0 0,0 0 16,0 0-1,0 0-15,0 0 16,1 0-16,-25 0 16,0 0-16,0 0 15,0 0-15,0 0 16,-24 0-16,24 0 16,0 0-16,0 0 0,-24 0 15,48 0-15,-24 0 16,25 0-16,-25 0 15,24 0-15,0 0 16,-24 0-16,24 0 16,0 0-1,0 0-15,0 0 32,0 0-17,0 0 1,0 0-1,0 0-15,0 0 16,-24 0-16,0 0 16,24 0-16,0 0 15,0 0-15,0 0 16,24-24 125,-24 24-79,-71 0-46,-1 0-16,0 0 15,-24 0-15,72 0 16,-48 0-16,48 0 16,24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8:14.732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92 0,'24'0'15,"0"0"17,0 0-17,0 0 1,-24 24-16,24-24 16,0 24 30,0-24-30,24 0-16,-24 0 16,24 0-16,24 0 15,-24 0-15,47 0 16,-47 0-16,-24 0 16,24 0-16,-24 0 15,0 0-15,0 0 16,0 0-1,0 0 1,0 0 0,24 0-16,0 0 15,0 0-15,0 0 16,48 0-16,-73 0 16,49 0-16,-24 0 15,0 0-15,-24 0 16,0 0-16,0 0 78,24-24-62,48 24-16,24 0 15,-24-24-15,-1 0 16,1 24-16,-72 0 15,0 0-15,0 0 16,0 0-16,0-24 31,0 24-15,24 0 0,0 0-1,24-23-15,-24 23 16,24 0-16,-25 0 15,1 0-15,-24 0 0,0 0 172,0 0-172,48 0 16,48 0-16,24 0 16,-48 0-16,-48 0 15,-1 0-15,25 0 16,-48 0-1,0 0-15,0 0 79,24 0-79,48 0 15,0 0-15,24 0 16,-48 0-16,-25 0 15,1 0-15,-24 0 16,0 0-16,0 0 47,0 0-31,24 0-16,24 0 15,24 0-15,0 0 0,-24 0 16,-48 0-1,24 0-15,23 0 16,-23 23-16,-24-23 0,0 0 16,0 0-16,0 0 15,0 0-15,0 0 16,0 0 0,0 0-16,24 0 0,-24 24 15,24-24-15,0 0 16,0 0-16,0 0 15,-24 0-15,24 0 16,23 0-16,-47 0 16,0 0-16,0 0 15,0 0-15,0 0 16,0 0-16,24 24 16,0-24-1,-24 0-15,48 0 16,0 0-16,-48 0 15,72 24-15,-72-24 16,47 0-16,-23 0 16,-24 0-16,24 0 15,-24 0 1,0 0-16,0 0 16,24 0-16,-24 0 15,0 0-15,24 0 16,0 0-16,0 0 15,0 0-15,0 0 16,0 0-16,23 0 16,-23 0-16,-24 0 15,24 0-15,-24 0 16,0 0-16,24 0 16,-24 0-1,0 0 1,0 0-16,0 0 15,24 0-15,-24 0 16,24 0-16,-24 0 16,24 0-16,-24 0 0,24 0 15,-25 0-15,1 0 16,24 0 0,0 0-1,0 0-15,-24 0 16,0 0-1,0 0-15,0 0 0,0 0 16,24 0-16,0 0 16,-24 0-16,24 0 15,24 0-15,-24 0 16,-24 0-16,-1 0 16,1 0 46,48 0-15,-24 0-47,96 0 16,-96 0-16,-24 0 15,24 0-15,-24 0 156,0 0 63,0 0-16,-24 24-140,24-24 62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8:20.355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0 100 0,'24'0'15,"0"0"17,0 0 15,48 0-32,-24 0 1,48-23-16,-24 23 15,24 0-15,-25 0 16,-47 0-16,0 0 16,0 0-16,0 0 93,48-24-93,-24 24 16,24 0-16,0 0 16,-24 0-16,0 0 15,-24 0 1,0 0 78,0-24-16,0 24-78,71 0 15,-23 0-15,0 0 16,0 0-16,-24 0 16,-24 0 140,0 0-140,48 0-1,0 0-15,47 0 16,-71 0-16,0 0 15,-24 0-15,0 0 16,0 0 109,48-24-109,0 24-1,-24 0-15,24 0 16,-24 0-16,0 0 16,-24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8:25.348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0 110 0,'24'0'94,"24"0"-94,0 0 16,0 0-16,0 0 15,24 0-15,-48 0 16,24 0-16,-24 0 16,24 0-16,-24 0 31,24 0 63,-25 0-94,25 0 15,24 0-15,-24 0 16,-24 0-16,0 0 15,0 0 110,24 0-109,24-24-16,-48 24 16,48 0-16,-24 0 15,-24 0-15,0 0 16,0 0 140,0 0-156,23 0 16,1 0-16,0 0 15,0 0-15,-24 0 16,0 0-16,0 0 172,48 0-156,-24 0-1,0 0-15,-24 0 16,24 0-16,-24 0 109,48 0-31,-1 0-78,49 0 16,-48 0-16,-48 0 16,0 0-1,0 0-15,24 0 125,-24 0-125,24 0 16,-24 0-16,24 0 15,-24 0-15,0 0 94,48 0-78,-1 0-1,-23 0-15,24 0 16,-24 0-16,-24 0 16,0 0-16,0 0 15,0-24 79,0 24-78,24 0-16,0 0 15,0 0-15,0 0 16,-24 0 62,24 0-62,23 0-16,-23 0 15,-24 0-15,24 0 16,-24 0 15,0 0-15,0 0-16,0-24 15,24 24-15,0 0 16,0 0 0,-24 0-1,0 0 17,0 0-17,0 0 1,0 0-16,0 0 15,24 0-15,-24 0 16,0 0-16,-1 0 16,1 0 62,24 0-63,24 0 1,0 0-16,-24 0 16,-24 0-16,0 0 15,0 0 63,-24-24-78,48 24 16,48 0-16,-24 0 16,0 0-1,-25 0-15,1 0 16,-24 0-16,0 0 0,0 0 16,0 0-16,0 0 15,0 0 1,0 0-16,0 0 15,0 0-15,0 0 16,0 0-16,0 0 16,0 0-16,24 0 15,-24 0-15,0 0 16,24 0-16,-24 0 16,0 0-16,0 0 15,-1 0 1,1 0-1,0 0-15,0 0 16,0 0-16,0 0 16,0 0-16,0 0 31,0 0-15,0 0 15,24 0-31,-24 0 15,0 0-15,0 0 16,0 0-16,0 0 16,0 0 452,0 0-311,0 0 46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8:28.003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0,'24'0'31,"0"0"78,0 0-15,0 0 0,48 0-94,-48 0 15,24 0-15,-24 0 16,0 0-16,0 0 203,0 0-172,0 0-31,24 0 16,-24 0-16,0 0 16,0 0-1,-1 0 1,1 0 62,0 0-78,24 0 16,0 0-16,24 0 15,-24 0-15,-24 0 16,0 0-16,0 0 125,0 0-110,0 0-15,24 0 16,0 0-16,0 0 16,-24 0-16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8:50.253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0 633 0,'24'0'140,"24"0"-109,0 0-31,0 0 16,0 0-16,-24-24 16,24 24-16,0 0 15,-24 0-15,0 0 16,0 0 0,0-24 77,24 24-77,23-24-16,-23 24 16,-24 0-16,0 0 15,24 0-15,-24 0 125,96 0-109,-72 0-1,0 0-15,0 0 16,-24 0-16,0 0 109,24-24-46,0 24-63,23 0 16,-47 0-16,0 0 15,0 0 126,24 0-141,24 0 15,24 0-15,-72 0 16,0 0-16,0 0 0,0 0 125,72 0-125,-24 0 16,-1 0-16,-23 0 15,0 0-15,-24 0 16,0 0-16,24-24 94,24 24-94,-24 0 15,24 0-15,-24 0 16,-24 0-16,24 0 16,-24 0 62,24 0-78,-1 0 15,97 0-15,-120 0 16,48 0-16,-48 0 16,0 0-16,0 0 15,0 0 48,48 0-63,48 0 15,-25 0-15,-47 0 16,0 0 0,0 0-16,-24 0 0,0 0 15,0 0-15,0 0 78,72 0-62,-48 0-16,48 0 16,0 0-16,-49 0 15,25 0-15,-48 0 16,24 0 62,48 0-78,-48 0 16,96 0-16,-96 0 15,24 0-15,0 0 16,-49 0-16,1 0 78,0 0-62,72 0-16,24 0 15,-72 0-15,24 0 16,-24 0-16,0 0 15,0 0-15,-24 0 16,24 0-16,-25 0 16,1 0-1,0 0-15,0 0 16,48 0-16,-24 0 16,0 24-16,0-24 15,48 0-15,-24 0 0,-48 0 16,24 0-16,0 0 15,-24 0 1,23 0-16,-23 0 16,0 0-16,0 0 15,0 0-15,24 0 16,0 0-16,-24 0 16,24 0-16,-24 0 15,24 0-15,0 0 16,-24 0-1,0 0 1,0 0 0,24 0-16,0 0 15,-24 0-15,23 0 16,1 0-16,-24 0 16,24 0-16,-24 0 15,0 0 1,0 0 46,24 0-62,0 0 16,24 0-16,-24 0 16,-24 0-1,24 0 79,-24 0-78,24 0-16,0 0 15,-24 0-15,-1 0 16,-23 24 62,24-24-78,0 0 16,0 0-16,24 0 15,-24 0 1,0 0-16,0 0 94,0 0-79,0 0-15,0 0 16,0 0-16,0 0 15,0 0-15,0 0 16,0 0 78,0 0-94,0 0 15,0 0-15,24 0 16,-24 0 0,0 0 374,-24 24-124,0 0-172,0 0-94,0 0 31,0 0 47,0 0 78,-24-24 63,0 0-172,0 0-16,-24 0-15,24 0 15,0 0-15,0 0-1,0 0 1,0 0 15,0 0 32,0 0-63,0 0 15,0 0-15,0 0 16,0 0 0,0 0 30,-24 0-30,0 0 0,24 0-1,0 0 48,1 0-32,-1 0-31,-24 0 16,24 0-16,-24 0 15,-24 0-15,48 0 16,0 0 0,0 0-1,0 0 48,-24 0-63,-24 0 15,24 0-15,0 0 16,24 0-16,0 0 16,0 0 46,0 0 16,-23 0-62,-1 0-16,-24 0 15,24 0 1,24 0 78,0 0-47,-48 0-32,24 0-15,-24 0 0,24 0 16,0 0 0,24 0-16,0 0 15,0 0 63,-23 0-15,-1 0-48,0 0-15,24 24 16,-24-24-16,24 0 16,-24 0 93,-48 0-93,48 0-16,-24 0 15,24 0-15,0 0 16,24 0-16,0 0 156,-23 24-140,-49-24-16,24 0 15,24 0-15,-24 0 16,48 0-16,0 0 16,-24 0 93,-48 0-109,48 0 16,0 0-16,-47 0 15,47 0-15,24 0 16,0 0-16,0 0 125,-72 0-125,24 0 16,-48 0-16,24 0 15,1 0-15,47 0 16,24 0-16,0 0 140,-24 0-140,-72 0 16,48 0-16,-48 0 16,48 0-16,48 0 15,-23 0-15,23 0 16,24 24 78,-24-24-79,-72 0-15,0 24 16,0-24-16,48 0 16,0 0-16,0 0 15,24 0 95,-24 0-110,-119 0 15,23 0-15,96 0 16,-96 0-16,72 0 15,24 0-15,0 0 16,24 0 125,-47 0-141,-25 0 15,24 0-15,-24 0 16,48 0-16,0 0 16,24 0-16,0 0 125,-24 0-125,-24 0 15,-47 0-15,47 0 16,24 0-16,24 0 15,-24 0-15,0 0 125,0 0-125,-48 0 16,24 0-16,24 0 16,-23 0-16,47 0 15,0 0 220,-24 0-235,-24 0 15,0 0 1,24 0-16,0 0 0,24 0 16,0 0 374,0 0-187,24-24-187,0 0 0,0 0-1,0 0-15,0 0 16,-24 0-16,24 0 15,0 0-15,0 0 32,0 0 30,0 0-46,0 0-1,0 0 1,0 0 15,0 0-31,0 0 16,0 0 15,0 0-15,0 0-1,0 1 17,0-25-32,0 24 31,24 24 281,0 0-233,0 0-1,0 0-63,0 0 1,0 0-16,0 0 31,24 0 47,-24 0-62,0 0-16,0-24 16,0 24 30,24 0 33,-24 0-64,0 0-15,0 0 16,23 0 93,-23 0-93,0 0-16,0 0 15,0 0-15,0 0 94,24-24-63,-24 24-15,0 0-16,0 0 16,0 0-16,0 0 15,0 0 48,0 0-48,0 0-15,24 0 16,-24 0-16,0-24 16,24 24-16,-24 0 15,0 0 1,0 0 93,-1-24-109,25 24 16,0 0-16,-24 0 16,0 0-16,0 0 15,0 0 126,0 0-141,48 0 15,48 0-15,-72 0 16,0 0-16,-24 0 16,0 0-16,0 0 125,0 0-110,0 0-15,23-24 0,-23 24 16,24 0-16,-24 0 16,0 0-16,0 0 125,0 0-110,0 0-15,0 0 16,24 0-16,24 0 15,-48 0-15,0 0 16,0 0-16,24 0 172,-48-24-172,72 24 16,-48 0-16,23 0 15,1 0-15,24 0 0,-48 0 172,0 0-172,0 0 16,72 0-16,-24 0 15,-24 0-15,0 0 16,-24 0-16,0 0 78,0 0-47,48 0-15,23 0-16,-71 0 16,0 0-16,0 0 15,0-24 110,48 24-109,0 0-16,96 0 15,-96 0-15,-24 0 16,-1 0-16,1 0 125,-24-24-125,72 24 0,-48 0 16,-24 0-16,0 0 15,24 0 48,0 0-48,0 0-15,0 0 16,0 0-16,-24 0 16,0 0-16,0 0 15,0-24 95,47 24-95,-23 0-15,72 0 16,-48 0-16,-48-24 16,0 24-16,0 0 109,0 0-93,72 0-16,-24 0 15,0 0-15,-25 0 0,-23 0 16,0 0-16,24 0 109,24 0-93,-48 0-16,72 0 15,-72 0-15,0 0 16,0 0 78,0 0-94,0 0 15,48 0-15,-24 0 16,-24 0-16,24 0 16,-25 0-16,1 0 15,0 0 1,0 0-16,0 0 94,48 0-79,-24 0-15,24 0 16,0 0-16,-48 0 16,0 24-16,0-24 15,0 0 63,24 0-78,71 0 0,-71 0 16,96 0-16,-72 0 16,-48 0-1,0 0-15,24 0 0,-24 0 47,0 0-47,24 0 16,0 0-1,0 0-15,0 0 16,-24 0-16,-1 0 16,1 0-16,0 0 31,0 0-16,0 0 142,0 0-157,0 0 15,48 0-15,-24 0 16,-24 0-16,-24 24 297,24-24-235,24 0 1,-24 0-48,0 0 220,0 0-235,0 0 328,0 0-234,0 0 171,-24 24-187,24-24-15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9:01.067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695 0 0,'-24'0'204,"0"0"-189,0 0 1,0 0 15,0 0 32,0 0-48,0 0-15,0 24 16,0-24 78,0 0 124,0 0-140,0 0-62,1 0-16,-1 0 31,0 0 266,-24 0-266,24 0-31,0 0 16,0 0-16,0 0 16,0 0 218,0 0-109,-24 0-62,24 0 515,0 0-375,0 0 625,0 0-578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7:23.821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-1 50 0,'24'0'78,"0"0"-62,23 0-16,1-24 15,0 24 1,-24 0 0,0 0-16,24 0 15,-24 0-15,0 0 16,0 0-16,24 0 16,-24 0-16,24 0 15,24 0-15,48 0 16,-49 0-16,1 0 15,-24 0-15,0 0 16,0 0-16,-24 0 16,0 0 77,0 0-77,24 0-16,-24 0 16,72 24-16,-72-24 0,24 0 15,-24 0 1,0 0-16,-1 0 16,1 24-16,0-24 125,0 0-94,0 0-31,0 0 31,0 0 0,0 0 16,0 0 47,0 0-94,0 0 16,0 0 109,0 0-110,0 0 1,0 0 31,0 0-16,0 0-15,0 0 15,0 0 31,0 0-46,0 0 78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7:26.933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-1 1 0,'24'0'78,"0"24"-62,0-24 15,23 0-31,1 0 16,0 0-16,0 0 15,-24 0 1,0 24-16,0-24 16,24 0-16,-24 0 15,0 0-15,24 0 16,-48 24-16,48-24 15,-24 0-15,0 0 16,0 0-16,0 0 16,0 0-16,0 0 15,0 24-15,23-24 16,-23 0-16,24 0 16,0 0-16,-24 0 15,24 0-15,-24 0 16,0 0-16,0 0 15,0 0 1,0 0-16,24 0 16,0 0-1,-24 0-15,0 0 0,0 0 16,24 0 0,-24 0-16,0 0 15,23 0-15,-23 0 16,0 0-16,0 0 0,0 0 15,0 0 17,0 0-17,0 0 17,0 0-32,0 0 15,24 0-15,0 0 16,24 0-16,-48 0 15,0 0-15,24 0 16,-24 0 359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7:23.821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-1 50 0,'24'0'78,"0"0"-62,23 0-16,1-24 15,0 24 1,-24 0 0,0 0-16,24 0 15,-24 0-15,0 0 16,0 0-16,24 0 16,-24 0-16,24 0 15,24 0-15,48 0 16,-49 0-16,1 0 15,-24 0-15,0 0 16,0 0-16,-24 0 16,0 0 77,0 0-77,24 0-16,-24 0 16,72 24-16,-72-24 0,24 0 15,-24 0 1,0 0-16,-1 0 16,1 24-16,0-24 125,0 0-94,0 0-31,0 0 31,0 0 0,0 0 16,0 0 47,0 0-94,0 0 16,0 0 109,0 0-110,0 0 1,0 0 31,0 0-16,0 0-15,0 0 15,0 0 31,0 0-46,0 0 78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7:26.933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-1 1 0,'24'0'78,"0"24"-62,0-24 15,23 0-31,1 0 16,0 0-16,0 0 15,-24 0 1,0 24-16,0-24 16,24 0-16,-24 0 15,0 0-15,24 0 16,-48 24-16,48-24 15,-24 0-15,0 0 16,0 0-16,0 0 16,0 0-16,0 0 15,0 24-15,23-24 16,-23 0-16,24 0 16,0 0-16,-24 0 15,24 0-15,-24 0 16,0 0-16,0 0 15,0 0 1,0 0-16,24 0 16,0 0-1,-24 0-15,0 0 0,0 0 16,24 0 0,-24 0-16,0 0 15,23 0-15,-23 0 16,0 0-16,0 0 0,0 0 15,0 0 17,0 0-17,0 0 17,0 0-32,0 0 15,24 0-15,0 0 16,24 0-16,-48 0 15,0 0-15,24 0 16,-24 0 359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9:20.185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 contextRef="#ctx0" brushRef="#br0">0-2492 0,'24'0'218,"0"0"-186,48 0-32,23 0 15,-47 0 1,-24 0-16,0 0 16,0 0-16,0 24 15,24-24-15,-24 0 16,24 0 109,-24 0-125,72 0 15,0 0-15,-48 0 16,47 0-16,-47 0 16,24 0-16,-48 0 15,0 24-15,0-24 172,48 0-172,0 0 16,0 0-16,24 0 15,-72 0-15,24 0 16,-24 0-16,0 0 63,-24 24 108,0 0 1,0 0-172,0 0 16,0 0 0,23-24-16,-23 24 15,0 0 1,0 0-16,0-1 15,0 1 1,0 0 0,0 0 15,0 0-31,0 0 16,0 0-1,0 0 1,0 0-1,0 0 64,0 0-79,0 0 15,0 0 141,0 0-156,0 0 16,0 0 375,-47-24-376,23 0-15,0 0 16,0 24-16,0-24 16,0 0-16,0 0 93,0 0 110</inkml:trace>
  <inkml:trace contextRef="#ctx0" brushRef="#br0" timeOffset="-18271.9782">48-1869 0,'24'0'203,"0"0"-156,24 0-32,-24 0-15,0 0 16,-1 0 62,25 0-31,-24 0-31,0 0-16,0 24 15,0-24 1,24 0 140,0 0-140,0 0-16,0 0 15,-24 0 1,0 0-16,0 0 16,0 0 124,0 0-140,24 0 16,-24 0-16,48 0 15,-49 0-15,1 0 16,0 0-16,0 0 156,0 0-156,24 0 16,24 0-16,-24 0 16,-24 0-1,0 0 204,0 0-203,24 0-1,-24 0 204,-24 24-78,24-24-32</inkml:trace>
  <inkml:trace contextRef="#ctx0" brushRef="#br0" timeOffset="-3627.7397">-24-2468 0,'0'24'62,"0"0"-62,0 24 16,0-24-16,0 24 16,0-24-16,0 0 15,0-1-15,0 1 16,0 0 0,0 0-16,0 0 15,0 0 1,0 0-16,0 0 15,0 0 1,0 0 31,0 0-31,0 0-16,24 0 171,-24 24-171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1:14.707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  <inkml:brush xml:id="br1">
      <inkml:brushProperty name="width" value="0.06667" units="cm"/>
      <inkml:brushProperty name="height" value="0.06667" units="cm"/>
      <inkml:brushProperty name="color" value="#177D36"/>
      <inkml:brushProperty name="fitToCurve" value="1"/>
    </inkml:brush>
  </inkml:definitions>
  <inkml:trace contextRef="#ctx0" brushRef="#br0">0 122 0,'24'0'78,"-24"24"-62,0 0 0,0 24-16,0-24 15,0 0-15,0-1 16,0 25-1,0-24-15,0 0 16,0 0 0,0 0-16,0 0 31,0 0-15,0 0-16,0 0 31,0 0 0,0 0-15,0 0-16,0 0 31,24-24 281,0 0-296,0 0-16,24 0 16,-24 0-16,0 0 47,0 0-16,0 0-31,24 0 0,-24 0 31,0 0-31,0 0 16,24 0 77,-24 0-77,23 0-16,-23 0 16,24 0-16,-24 0 78,0 0-47,0 0-31,0 0 16,0 0-16,0 0 15,0 0 79,24 0-78,-24 0-16,0 0 15,0 0-15,0 0 16,0 0-16,0 0 31,0 0-15,48 0-1,0 0 1,-25 24 0,49-24-16,-24 0 15,-48 0-15,0 0 0,-48-24 407,24 0-407,0 0 15,0 0-15,0 0 16,0 0-1,24 0 1,-24 0-16,0 0 16,0 0-1,0 0 1,0 0-16,0 0 16,0 0-1,0 0 1,0 1-1,0-1-15,0 0 63,0 0-47,0 0 15,0 0-16,0 0 1,0 0 31,0 0-31,0 0 155,0 0-108,0 0-47,-24 24 30,0 0 126,0 0-109,0 0-48,0 0-15,0 0 16,0 0-16,0 0 16,0 0-1,0 0 48,1 0-16,-1 0-32,0 0-15,0 0 16,0 0 0,0 0-16,0 0 15,0 0 16,0 0 32,-24 0-47,24 0-1,0 0-15,0 0 0,-24 0 16,24 0 78,24 24-79,-24-24-15,0 0 16,0 0-16,0 0 15,0 0 1,0 0 62,0 0-62,0 24-16,0-24 15,1 0-15,-1 0 16,0 0 250,0 0-266,0 0 15,0 0-15,-24 24 0,24-24 78,0 0 79,0 0-142,0 0-15,0 0 16,0 0 15,0 0 329,0 0-329,0 0 250</inkml:trace>
  <inkml:trace contextRef="#ctx0" brushRef="#br1" timeOffset="31961.6091">5847-2442 0,'-24'0'78,"0"0"-46,0 0-17,0 0-15,-24 0 16,24 0-16,-24 0 16,0 0-1,24 0-15,24 24 94,-23-24-78,-1 0-16,-24 24 15,24-24-15,0 0 16,24 24-16,-48-24 15,24 0 64,0 24-64,-24 0 1,24 0-1,0-24-15,0 0 47,24 24 31,0-1-62,-24-23-16,24 24 16,-24-24-1,24 24 142,0 0-142,0 0 1,24 0 31,-24 0-16,24-24 125,-24 24-125,24 0-15,-24 0 0,24-24 46,-24 24-15,24-24-16,-24 24-15,24 0 125,0-24 30,-24 24-155,24-24-16,0 24 31,0 0 126,0-24-157,0 0 15,-24 24-15,24-24 16,0 0 187,0 0-203,0 0 47,-1 0 93,1 0-140,0 0 16,24 0-16,-24 0 16,0 0-16,0 0 234,0 0-234,24 0 16,-24 24-16,0-24 15,0 0-15,0 0 219,24 0-219,-24 0 16,24 0-16,24 0 15,-48 0-15,0 0 157,23 0-142,1 0 16,-24 0-31,24 0 16,-24 0-16,0 0 16,0 0 109,24 0-110,-24 0 1,24 0-16,24 0 16,-24 0-16,-24 0 0,0 0 15,0 0 95,24 0-95,-24 0-15,47 0 16,-23 0-16,0 0 15,-24 0 79,24 0-63,-24 0-15,48 24-16,-24-24 16,0 0-1,0 0 110,-24 0-31,0-24-78,0 24-1,-24-24 1,0 0 15,24 24-15,-24-24-1,0 0 1,0 0 15,0 0 1,0 0-1,0 0-16,0 0 17,0 0-1,0 0 0,0 0-15,0 0 15,0 0 16,-24 0-31,24 0 15,0 0-16,-24 24 1,24-23 0,-24 23 15,0-24 0,24 0-15,-24 24-16,24-24 15,-24 24 32,24-24-31,-24 24 31,24-24-47,-24 24 31,0-24 47,0 24-62,0-24-16,0 24 47,0 0 46,-24-24-77,24 24-16,-24 0 16,24 0-16,-24 0 15,25 0-15,-1 0 16,0 0-16,0 0 78,0 0-78,-24 0 16,-24 0-16,24 0 15,-24 0-15,0 0 16,48 0-16,-24 0 16,24 0 62,-24 0-63,24 0-15,-24 0 16,-23 0-16,-1 0 16,24 0-16,0 0 15,24 0-15,0 0 16,0 0-1,0 0 126,0 0-125,0 0-1,0 0 1,0 0 250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9:11:03.909"/>
    </inkml:context>
    <inkml:brush xml:id="br0">
      <inkml:brushProperty name="width" value="0.06667" units="cm"/>
      <inkml:brushProperty name="height" value="0.06667" units="cm"/>
      <inkml:brushProperty name="color" value="#177D36"/>
      <inkml:brushProperty name="fitToCurve" value="1"/>
    </inkml:brush>
  </inkml:definitions>
  <inkml:trace contextRef="#ctx0" brushRef="#br0">563 34 0,'-24'0'141,"0"0"-94,0 0-16,0 0 172,0 0-109,-24 0-78,24 0-16,0 0 15,0 0 48,0 24 46,0-24-109,0 0 16,-24 0-16,24 0 31,24 24 94,-23-24-78,23 24-47,-24-24 15,0 24 1,0 0 140,24 0-140,0 0 46,-24-24-62,24 24 47,0 0-15,-24-24-32,0 0 15,24 24-15,0 0 235,0 0-235,0 0 31,0 0 16,0 0 93,0 0-15,0 0-93,0 0 30,0 0 32,0 0-63,24-24 16,-24 24-16,0 0 32,24-24-32,-24 23 0,24-23 32,-24 24-16,24-24-16,-24 24 0,24-24-15,0 0 46,-24 24-46,23-24 46,1 0-46,0 0 15,-24 24-15,24-24 140,0 0-140,0 0-16,0 0 15,0 0-15,0 0 32,0 0 108,0 0-140,0 0 78,0 0 0,0 0-62,0 0 0,0 0-1,0 0 1,0 0 140,0 0-156,0 0 16,24 0-16,-24 0 15,0 0-15,0 0 63,0 0 46,-1 0-93,1 0-16,0 0 16,0 0-16,0 0 15,0 0 16,0 0 63,0 0-78,24 0-1,-24 0 1,0 0 0,0 0 93,0 24-93,24-24-16,-24 0 15,24 24-15,-24-24 16,0 0 156,0 0-172,0 0 15,0 0 32,0 0-47,0 0 16,0 0-16,-1 0 31,1 0 47,0 0-15,0 0-63,0 0 15,0 0 1,24 0-16,-24 0 31,0 0 79,-24-24-95,24 24 1,0 0 62,-24-24-31,24 24-31,-24-24 62,24 24-63,-24-24 17,0 0 14,24 24-30,-24-24 31,24 24 47,-24-23-79,0-1 79,0 0-16,24 24-62,-24-24 15,0 0 16,0 0 31,0 0-31,0 0 15,0 0-15,-24 24-31,24-24 0,0 0 15,-24 24 16,24-24-32,-24 24 48,24-24-63,-24 24 47,24-24-32,-24 24 32,24-24-31,0 0 46,-24 24-46,0 0 78,24-24-63,-24 24 31,24-24-46,-24 0 0,0 24 77,0-24 17,0 24-79,24-24 94,-24 24-109,0 0 15,24-24-31,-24 24 16,-23 0 218,23 0-218,0 0-1,0 0 1,0 0-1,24-24 314,-24 24-298,0 0-16,-48 0-15,48 0 16,-24 0-16,0-24 16,24 24-16,-24 0 15,24 0 1,0 0 359,-24 0-328,0 0-32,-47 0-15,71 0 16,0 0-16,0 0 344,0 0-204,0 0-124,0 0-16,0 0 16,-24 0-16,48 24 15,-24-24-15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7:23.821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-1 50 0,'24'0'78,"0"0"-62,23 0-16,1-24 15,0 24 1,-24 0 0,0 0-16,24 0 15,-24 0-15,0 0 16,0 0-16,24 0 16,-24 0-16,24 0 15,24 0-15,48 0 16,-49 0-16,1 0 15,-24 0-15,0 0 16,0 0-16,-24 0 16,0 0 77,0 0-77,24 0-16,-24 0 16,72 24-16,-72-24 0,24 0 15,-24 0 1,0 0-16,-1 0 16,1 24-16,0-24 125,0 0-94,0 0-31,0 0 31,0 0 0,0 0 16,0 0 47,0 0-94,0 0 16,0 0 109,0 0-110,0 0 1,0 0 31,0 0-16,0 0-15,0 0 15,0 0 31,0 0-46,0 0 78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7:26.933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-1 1 0,'24'0'78,"0"24"-62,0-24 15,23 0-31,1 0 16,0 0-16,0 0 15,-24 0 1,0 24-16,0-24 16,24 0-16,-24 0 15,0 0-15,24 0 16,-48 24-16,48-24 15,-24 0-15,0 0 16,0 0-16,0 0 16,0 0-16,0 0 15,0 24-15,23-24 16,-23 0-16,24 0 16,0 0-16,-24 0 15,24 0-15,-24 0 16,0 0-16,0 0 15,0 0 1,0 0-16,24 0 16,0 0-1,-24 0-15,0 0 0,0 0 16,24 0 0,-24 0-16,0 0 15,23 0-15,-23 0 16,0 0-16,0 0 0,0 0 15,0 0 17,0 0-17,0 0 17,0 0-32,0 0 15,24 0-15,0 0 16,24 0-16,-48 0 15,0 0-15,24 0 16,-24 0 359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8:06.706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0 0,'24'0'172,"0"0"-157,23 0 1,1 0-16,0 0 0,-24 0 15,0 0-15,48 0 16,-24 0-16,-24 0 16,0 0-16,0 0 15,0 0 1,0 0-16,0 0 16,24 0-1,0 0-15,0 0 16,0 0-16,-24 0 15,-1 0-15,1 0 16,24 0-16,-24 0 16,0 0-16,0 0 15,0 0-15,0 0 110,24 0-95,-24 0-15,48 0 16,-24 0-16,0 0 16,-24 0-16,24 0 15,-24 0-15,24 0 16,-24 0-16,-1 0 15,1 0 1,0 0 0,0 0-1,0 0-15,24 0 16,0 0-16,-24 0 16,0 0-16,24 0 15,-24 0-15,0 0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8:11.699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0 0,'24'0'156,"-1"0"-140,-23 24-16,24-24 16,0 0-1,96 0 1,-24 0-16,72 0 0,-48 0 15,-1 0-15,25 0 16,-48 0-16,-48 0 16,-24 0-16,0 0 15,24 0 63,24 0-62,-24 0-16,0 0 16,-1 0-16,1 0 15,-24 0-15,0 0 16,0 0 109,48 0-109,-24 0-16,24 0 15,-24 0-15,-24 0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9:20.185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 contextRef="#ctx0" brushRef="#br0">0-2492 0,'24'0'218,"0"0"-186,48 0-32,23 0 15,-47 0 1,-24 0-16,0 0 16,0 0-16,0 24 15,24-24-15,-24 0 16,24 0 109,-24 0-125,72 0 15,0 0-15,-48 0 16,47 0-16,-47 0 16,24 0-16,-48 0 15,0 24-15,0-24 172,48 0-172,0 0 16,0 0-16,24 0 15,-72 0-15,24 0 16,-24 0-16,0 0 63,-24 24 108,0 0 1,0 0-172,0 0 16,0 0 0,23-24-16,-23 24 15,0 0 1,0 0-16,0-1 15,0 1 1,0 0 0,0 0 15,0 0-31,0 0 16,0 0-1,0 0 1,0 0-1,0 0 64,0 0-79,0 0 15,0 0 141,0 0-156,0 0 16,0 0 375,-47-24-376,23 0-15,0 0 16,0 24-16,0-24 16,0 0-16,0 0 93,0 0 110</inkml:trace>
  <inkml:trace contextRef="#ctx0" brushRef="#br0" timeOffset="-18271.9782">48-1869 0,'24'0'203,"0"0"-156,24 0-32,-24 0-15,0 0 16,-1 0 62,25 0-31,-24 0-31,0 0-16,0 24 15,0-24 1,24 0 140,0 0-140,0 0-16,0 0 15,-24 0 1,0 0-16,0 0 16,0 0 124,0 0-140,24 0 16,-24 0-16,48 0 15,-49 0-15,1 0 16,0 0-16,0 0 156,0 0-156,24 0 16,24 0-16,-24 0 16,-24 0-1,0 0 204,0 0-203,24 0-1,-24 0 204,-24 24-78,24-24-32</inkml:trace>
  <inkml:trace contextRef="#ctx0" brushRef="#br0" timeOffset="-3627.7397">-24-2468 0,'0'24'62,"0"0"-62,0 24 16,0-24-16,0 24 16,0-24-16,0 0 15,0-1-15,0 1 16,0 0 0,0 0-16,0 0 15,0 0 1,0 0-16,0 0 15,0 0 1,0 0 31,0 0-31,0 0-16,24 0 171,-24 24-171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9:21.825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 contextRef="#ctx0" brushRef="#br0">0 0 0,'0'24'47,"0"0"-31,24 24-1,-24-24-15,0 0 16,0 24-1,0-24 1,0 0-16,0 0 16,0 0-16,0-1 15,0 1 1,0 0 0,0 0-1,0 0 16,0 0-31,0 0 16,0 0-16,0 0 16</inkml:trace>
  <inkml:trace contextRef="#ctx0" brushRef="#br0" timeOffset="2596.3559">24-48 0,'24'0'141,"-24"24"-110,24-24-31,24 0 16,0 0-16,-1 0 15,-23 0-15,0 0 16,0 0-16,0 0 15,0 0 17,0 0-32,24 0 15,24 24-15,24-24 16,24 0-16,-24 0 16,-72 24-16,23-24 15,-23 0 141,0 0-140,24 0-16,0 0 16,24 0-16,0 0 0,-24 0 15,-24 0-15,0 0 16,0 0 78,0 0-79,0 0 1,0 0 0,0 0 93,0 0-109,0 0 78,0 0-47,-24 24 94,0 24-109,0-24 0,0 0 15,0 0-31,0 0 15,0 0-15,0 0 16,0 0 15,0 0-15,0-1 0,0 1-1,0 0-15,0 0 16,0 0 78,0 0-63,0 0 16</inkml:trace>
  <inkml:trace contextRef="#ctx0" brushRef="#br0" timeOffset="4452.1593">-24 1821 0,'24'0'0,"0"24"31,-24 0-15,0 0-16,0 0 16,0 24-16,0-24 15,0 0 1,0 0 0,0 0 15,0 0-16,0 0 1,0 0-16,0 0 16,0 0-16,0-1 15,0 1 1,0 0 0,0 0-1,0 0 1,0 0-1,0 0 1,0 0-16,24 0 16,-24 0-16,0 0 15,0 0 1,24-24-16,0 0 375</inkml:trace>
  <inkml:trace contextRef="#ctx0" brushRef="#br0" timeOffset="8010.9856">72 1797 0,'24'0'109,"0"0"-77,0 0-17,0 0 1,0 0 0,23 0-1,-23 0-15,0 0 16,0 0-1,0 0-15,0 0 16,0 0-16,0 0 16,0 0-16,0 0 15,0 0-15,-24 24 16,24-24-16,0 0 16,0 0-16,0 0 15,0 0-15,0 0 16,24 0-16,-24 0 15,24 24-15,0-24 16,-24 0 0,-1 0-16,1 0 15,0 0 1,0 0 0,0 0-1,0 0 1,0 0 15,0 0-31,0 0 16,24 0-16,-24 0 0,0 24 15,0-24 1,0 0-16,0 0 109,0 0-46,0 0-48,0 0 1,0 0 31,0 0 62,0 0-93,0 0 0,0 0-16,-24-24 78,24 24-16,-24 24 126,24-24-173,-24 24 1,0 0 0,0 0-1,0 0 1,0 0-1,0 0 1,24 0-16,-24 0 16,0 0-1,0 0 1,0 0 0,0 0-1,0 0 1,0-1-1,0 1 1,0 0 0,0 0 15,0 0-15,0 0 15,0 0 0,0 0-15,0 24 359,0-24-375,0 0 15,-24-24 251,0 0-204,0 0-46,0 0 0,0 0-1,24-24 1,-24 24 62,0 0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9:04.277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 contextRef="#ctx0" brushRef="#br0">72 527 0,'24'0'110,"0"0"-95,0 0 1,0 0 0,0 0-16,-1 0 15,1 0 1,0 24 15,0-24-31,0 0 16,0 0-1,0 0-15,0 0 16,0 0 0,0 0-1,24 0 63,-24 0-78,48 0 16,0 0-16,-24 0 16,24 0-16,-48 0 15,23 0-15,-23 0 94,24 0-78,24 0-1,-24 0-15,-24 0 16,24 0-16,-24 0 15,0 0 126,0 0-94,24 0-31,0 0-16,24 0 15,-24 0-15,-24 0 0</inkml:trace>
  <inkml:trace contextRef="#ctx0" brushRef="#br0" timeOffset="2960.3197">96 2444 0,'24'0'31,"0"0"32,0 0-48,23 0 1,-23 0-16,0 0 15,24 0 1,-24 0-16,0-24 0,0 24 16,24 0-16,-24 0 15,0 0 1,0 0 15,24 0-15,0 0-16,48 0 15,-48 0-15,24 0 16,-1 0-16,-47 0 16,0 0-16,0 0 31,0 0-15,0 0-1,0 0-15,0 0 16,0 0-16,0 0 31,-24-24 16,24 24-47,0 0 31,0 0-15,0 0-1,0 0 1,0 0 172,0 0 93,0 0-266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0:14.407"/>
    </inkml:context>
    <inkml:brush xml:id="br0">
      <inkml:brushProperty name="width" value="0.33333" units="cm"/>
      <inkml:brushProperty name="height" value="0.6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30 0,'48'-24'94,"-24"24"-94,-1 0 15,1 0 1,0 0-16,0 0 16,0 0-1,24 0-15,-24 0 16,48 0-16,-24 0 15,48 0-15,-48 0 16,0 0-16,0 0 16,-24 0-16,0 0 15,0 0 79,23 0-78,1 0-1,0 0-15,96 0 0,-120 24 16,72-24-16,-48 0 16,-24 0-1,0 0-15,0 0 78,0 0-78,24 0 16,0 0-16,-1 0 16,49 0-16,-72 0 15,0 0-15,0 0 406,0 0-296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0:33.635"/>
    </inkml:context>
    <inkml:brush xml:id="br0">
      <inkml:brushProperty name="width" value="0.33333" units="cm"/>
      <inkml:brushProperty name="height" value="0.6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1 16 0,'24'0'188,"0"0"-157,0 0-16,24 0-15,0 0 16,-24 0-16,0 0 16,0 0-16,0 0 15,0 0-15,0 0 125,0 0-109,0 0-16,0 0 16,0 0-16,0 0 15,0 0-15,0 0 16,0 0-1,0 0 79,24 0-78,0 0-16,-1 0 15,1 0-15,-24 0 16,0 0-16,0 0 78,0 24 0,0-24-62,24 0-16,-24 24 16,48-24-16,-24 0 15,-24 24-15,0-24 391,0 0-344,0 0-32,-24-24 95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1:14.707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  <inkml:brush xml:id="br1">
      <inkml:brushProperty name="width" value="0.06667" units="cm"/>
      <inkml:brushProperty name="height" value="0.06667" units="cm"/>
      <inkml:brushProperty name="color" value="#177D36"/>
      <inkml:brushProperty name="fitToCurve" value="1"/>
    </inkml:brush>
  </inkml:definitions>
  <inkml:trace contextRef="#ctx0" brushRef="#br0">0 122 0,'24'0'78,"-24"24"-62,0 0 0,0 24-16,0-24 15,0 0-15,0-1 16,0 25-1,0-24-15,0 0 16,0 0 0,0 0-16,0 0 31,0 0-15,0 0-16,0 0 31,0 0 0,0 0-15,0 0-16,0 0 31,24-24 281,0 0-296,0 0-16,24 0 16,-24 0-16,0 0 47,0 0-16,0 0-31,24 0 0,-24 0 31,0 0-31,0 0 16,24 0 77,-24 0-77,23 0-16,-23 0 16,24 0-16,-24 0 78,0 0-47,0 0-31,0 0 16,0 0-16,0 0 15,0 0 79,24 0-78,-24 0-16,0 0 15,0 0-15,0 0 16,0 0-16,0 0 31,0 0-15,48 0-1,0 0 1,-25 24 0,49-24-16,-24 0 15,-48 0-15,0 0 0,-48-24 407,24 0-407,0 0 15,0 0-15,0 0 16,0 0-1,24 0 1,-24 0-16,0 0 16,0 0-1,0 0 1,0 0-16,0 0 16,0 0-1,0 0 1,0 1-1,0-1-15,0 0 63,0 0-47,0 0 15,0 0-16,0 0 1,0 0 31,0 0-31,0 0 155,0 0-108,0 0-47,-24 24 30,0 0 126,0 0-109,0 0-48,0 0-15,0 0 16,0 0-16,0 0 16,0 0-1,0 0 48,1 0-16,-1 0-32,0 0-15,0 0 16,0 0 0,0 0-16,0 0 15,0 0 16,0 0 32,-24 0-47,24 0-1,0 0-15,0 0 0,-24 0 16,24 0 78,24 24-79,-24-24-15,0 0 16,0 0-16,0 0 15,0 0 1,0 0 62,0 0-62,0 24-16,0-24 15,1 0-15,-1 0 16,0 0 250,0 0-266,0 0 15,0 0-15,-24 24 0,24-24 78,0 0 79,0 0-142,0 0-15,0 0 16,0 0 15,0 0 329,0 0-329,0 0 250</inkml:trace>
  <inkml:trace contextRef="#ctx0" brushRef="#br1" timeOffset="31961.6091">5847-2442 0,'-24'0'78,"0"0"-46,0 0-17,0 0-15,-24 0 16,24 0-16,-24 0 16,0 0-1,24 0-15,24 24 94,-23-24-78,-1 0-16,-24 24 15,24-24-15,0 0 16,24 24-16,-48-24 15,24 0 64,0 24-64,-24 0 1,24 0-1,0-24-15,0 0 47,24 24 31,0-1-62,-24-23-16,24 24 16,-24-24-1,24 24 142,0 0-142,0 0 1,24 0 31,-24 0-16,24-24 125,-24 24-125,24 0-15,-24 0 0,24-24 46,-24 24-15,24-24-16,-24 24-15,24 0 125,0-24 30,-24 24-155,24-24-16,0 24 31,0 0 126,0-24-157,0 0 15,-24 24-15,24-24 16,0 0 187,0 0-203,0 0 47,-1 0 93,1 0-140,0 0 16,24 0-16,-24 0 16,0 0-16,0 0 234,0 0-234,24 0 16,-24 24-16,0-24 15,0 0-15,0 0 219,24 0-219,-24 0 16,24 0-16,24 0 15,-48 0-15,0 0 157,23 0-142,1 0 16,-24 0-31,24 0 16,-24 0-16,0 0 16,0 0 109,24 0-110,-24 0 1,24 0-16,24 0 16,-24 0-16,-24 0 0,0 0 15,0 0 95,24 0-95,-24 0-15,47 0 16,-23 0-16,0 0 15,-24 0 79,24 0-63,-24 0-15,48 24-16,-24-24 16,0 0-1,0 0 110,-24 0-31,0-24-78,0 24-1,-24-24 1,0 0 15,24 24-15,-24-24-1,0 0 1,0 0 15,0 0 1,0 0-1,0 0-16,0 0 17,0 0-1,0 0 0,0 0-15,0 0 15,0 0 16,-24 0-31,24 0 15,0 0-16,-24 24 1,24-23 0,-24 23 15,0-24 0,24 0-15,-24 24-16,24-24 15,-24 24 32,24-24-31,-24 24 31,24-24-47,-24 24 31,0-24 47,0 24-62,0-24-16,0 24 47,0 0 46,-24-24-77,24 24-16,-24 0 16,24 0-16,-24 0 15,25 0-15,-1 0 16,0 0-16,0 0 78,0 0-78,-24 0 16,-24 0-16,24 0 15,-24 0-15,0 0 16,48 0-16,-24 0 16,24 0 62,-24 0-63,24 0-15,-24 0 16,-23 0-16,-1 0 16,24 0-16,0 0 15,24 0-15,0 0 16,0 0-1,0 0 126,0 0-125,0 0-1,0 0 1,0 0 250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9:11:03.909"/>
    </inkml:context>
    <inkml:brush xml:id="br0">
      <inkml:brushProperty name="width" value="0.06667" units="cm"/>
      <inkml:brushProperty name="height" value="0.06667" units="cm"/>
      <inkml:brushProperty name="color" value="#177D36"/>
      <inkml:brushProperty name="fitToCurve" value="1"/>
    </inkml:brush>
  </inkml:definitions>
  <inkml:trace contextRef="#ctx0" brushRef="#br0">563 34 0,'-24'0'141,"0"0"-94,0 0-16,0 0 172,0 0-109,-24 0-78,24 0-16,0 0 15,0 0 48,0 24 46,0-24-109,0 0 16,-24 0-16,24 0 31,24 24 94,-23-24-78,23 24-47,-24-24 15,0 24 1,0 0 140,24 0-140,0 0 46,-24-24-62,24 24 47,0 0-15,-24-24-32,0 0 15,24 24-15,0 0 235,0 0-235,0 0 31,0 0 16,0 0 93,0 0-15,0 0-93,0 0 30,0 0 32,0 0-63,24-24 16,-24 24-16,0 0 32,24-24-32,-24 23 0,24-23 32,-24 24-16,24-24-16,-24 24 0,24-24-15,0 0 46,-24 24-46,23-24 46,1 0-46,0 0 15,-24 24-15,24-24 140,0 0-140,0 0-16,0 0 15,0 0-15,0 0 32,0 0 108,0 0-140,0 0 78,0 0 0,0 0-62,0 0 0,0 0-1,0 0 1,0 0 140,0 0-156,0 0 16,24 0-16,-24 0 15,0 0-15,0 0 63,0 0 46,-1 0-93,1 0-16,0 0 16,0 0-16,0 0 15,0 0 16,0 0 63,0 0-78,24 0-1,-24 0 1,0 0 0,0 0 93,0 24-93,24-24-16,-24 0 15,24 24-15,-24-24 16,0 0 156,0 0-172,0 0 15,0 0 32,0 0-47,0 0 16,0 0-16,-1 0 31,1 0 47,0 0-15,0 0-63,0 0 15,0 0 1,24 0-16,-24 0 31,0 0 79,-24-24-95,24 24 1,0 0 62,-24-24-31,24 24-31,-24-24 62,24 24-63,-24-24 17,0 0 14,24 24-30,-24-24 31,24 24 47,-24-23-79,0-1 79,0 0-16,24 24-62,-24-24 15,0 0 16,0 0 31,0 0-31,0 0 15,0 0-15,-24 24-31,24-24 0,0 0 15,-24 24 16,24-24-32,-24 24 48,24-24-63,-24 24 47,24-24-32,-24 24 32,24-24-31,0 0 46,-24 24-46,0 0 78,24-24-63,-24 24 31,24-24-46,-24 0 0,0 24 77,0-24 17,0 24-79,24-24 94,-24 24-109,0 0 15,24-24-31,-24 24 16,-23 0 218,23 0-218,0 0-1,0 0 1,0 0-1,24-24 314,-24 24-298,0 0-16,-48 0-15,48 0 16,-24 0-16,0-24 16,24 24-16,-24 0 15,24 0 1,0 0 359,-24 0-328,0 0-32,-47 0-15,71 0 16,0 0-16,0 0 344,0 0-204,0 0-124,0 0-16,0 0 16,-24 0-16,48 24 15,-24-24-15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7:23.821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-1 50 0,'24'0'78,"0"0"-62,23 0-16,1-24 15,0 24 1,-24 0 0,0 0-16,24 0 15,-24 0-15,0 0 16,0 0-16,24 0 16,-24 0-16,24 0 15,24 0-15,48 0 16,-49 0-16,1 0 15,-24 0-15,0 0 16,0 0-16,-24 0 16,0 0 77,0 0-77,24 0-16,-24 0 16,72 24-16,-72-24 0,24 0 15,-24 0 1,0 0-16,-1 0 16,1 24-16,0-24 125,0 0-94,0 0-31,0 0 31,0 0 0,0 0 16,0 0 47,0 0-94,0 0 16,0 0 109,0 0-110,0 0 1,0 0 31,0 0-16,0 0-15,0 0 15,0 0 31,0 0-46,0 0 78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7:26.933"/>
    </inkml:context>
    <inkml:brush xml:id="br0">
      <inkml:brushProperty name="width" value="0.26667" units="cm"/>
      <inkml:brushProperty name="height" value="0.53333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-1 1 0,'24'0'78,"0"24"-62,0-24 15,23 0-31,1 0 16,0 0-16,0 0 15,-24 0 1,0 24-16,0-24 16,24 0-16,-24 0 15,0 0-15,24 0 16,-48 24-16,48-24 15,-24 0-15,0 0 16,0 0-16,0 0 16,0 0-16,0 0 15,0 24-15,23-24 16,-23 0-16,24 0 16,0 0-16,-24 0 15,24 0-15,-24 0 16,0 0-16,0 0 15,0 0 1,0 0-16,24 0 16,0 0-1,-24 0-15,0 0 0,0 0 16,24 0 0,-24 0-16,0 0 15,23 0-15,-23 0 16,0 0-16,0 0 0,0 0 15,0 0 17,0 0-17,0 0 17,0 0-32,0 0 15,24 0-15,0 0 16,24 0-16,-48 0 15,0 0-15,24 0 16,-24 0 359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8:06.706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0 0,'24'0'172,"0"0"-157,23 0 1,1 0-16,0 0 0,-24 0 15,0 0-15,48 0 16,-24 0-16,-24 0 16,0 0-16,0 0 15,0 0 1,0 0-16,0 0 16,24 0-1,0 0-15,0 0 16,0 0-16,-24 0 15,-1 0-15,1 0 16,24 0-16,-24 0 16,0 0-16,0 0 15,0 0-15,0 0 110,24 0-95,-24 0-15,48 0 16,-24 0-16,0 0 16,-24 0-16,24 0 15,-24 0-15,24 0 16,-24 0-16,-1 0 15,1 0 1,0 0 0,0 0-1,0 0-15,24 0 16,0 0-16,-24 0 16,0 0-16,24 0 15,-24 0-15,0 0 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8:11.699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0 0,'24'0'156,"-1"0"-140,-23 24-16,24-24 16,0 0-1,96 0 1,-24 0-16,72 0 0,-48 0 15,-1 0-15,25 0 16,-48 0-16,-48 0 16,-24 0-16,0 0 15,24 0 63,24 0-62,-24 0-16,0 0 16,-1 0-16,1 0 15,-24 0-15,0 0 16,0 0 109,48 0-109,-24 0-16,24 0 15,-24 0-15,-24 0 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9:20.185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 contextRef="#ctx0" brushRef="#br0">0-2492 0,'24'0'218,"0"0"-186,48 0-32,23 0 15,-47 0 1,-24 0-16,0 0 16,0 0-16,0 24 15,24-24-15,-24 0 16,24 0 109,-24 0-125,72 0 15,0 0-15,-48 0 16,47 0-16,-47 0 16,24 0-16,-48 0 15,0 24-15,0-24 172,48 0-172,0 0 16,0 0-16,24 0 15,-72 0-15,24 0 16,-24 0-16,0 0 63,-24 24 108,0 0 1,0 0-172,0 0 16,0 0 0,23-24-16,-23 24 15,0 0 1,0 0-16,0-1 15,0 1 1,0 0 0,0 0 15,0 0-31,0 0 16,0 0-1,0 0 1,0 0-1,0 0 64,0 0-79,0 0 15,0 0 141,0 0-156,0 0 16,0 0 375,-47-24-376,23 0-15,0 0 16,0 24-16,0-24 16,0 0-16,0 0 93,0 0 110</inkml:trace>
  <inkml:trace contextRef="#ctx0" brushRef="#br0" timeOffset="-18271.9782">48-1869 0,'24'0'203,"0"0"-156,24 0-32,-24 0-15,0 0 16,-1 0 62,25 0-31,-24 0-31,0 0-16,0 24 15,0-24 1,24 0 140,0 0-140,0 0-16,0 0 15,-24 0 1,0 0-16,0 0 16,0 0 124,0 0-140,24 0 16,-24 0-16,48 0 15,-49 0-15,1 0 16,0 0-16,0 0 156,0 0-156,24 0 16,24 0-16,-24 0 16,-24 0-1,0 0 204,0 0-203,24 0-1,-24 0 204,-24 24-78,24-24-32</inkml:trace>
  <inkml:trace contextRef="#ctx0" brushRef="#br0" timeOffset="-3627.7397">-24-2468 0,'0'24'62,"0"0"-62,0 24 16,0-24-16,0 24 16,0-24-16,0 0 15,0-1-15,0 1 16,0 0 0,0 0-16,0 0 15,0 0 1,0 0-16,0 0 15,0 0 1,0 0 31,0 0-31,0 0-16,24 0 171,-24 24-171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9:21.825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 contextRef="#ctx0" brushRef="#br0">0 0 0,'0'24'47,"0"0"-31,24 24-1,-24-24-15,0 0 16,0 24-1,0-24 1,0 0-16,0 0 16,0 0-16,0-1 15,0 1 1,0 0 0,0 0-1,0 0 16,0 0-31,0 0 16,0 0-16,0 0 16</inkml:trace>
  <inkml:trace contextRef="#ctx0" brushRef="#br0" timeOffset="2596.3559">24-48 0,'24'0'141,"-24"24"-110,24-24-31,24 0 16,0 0-16,-1 0 15,-23 0-15,0 0 16,0 0-16,0 0 15,0 0 17,0 0-32,24 0 15,24 24-15,24-24 16,24 0-16,-24 0 16,-72 24-16,23-24 15,-23 0 141,0 0-140,24 0-16,0 0 16,24 0-16,0 0 0,-24 0 15,-24 0-15,0 0 16,0 0 78,0 0-79,0 0 1,0 0 0,0 0 93,0 0-109,0 0 78,0 0-47,-24 24 94,0 24-109,0-24 0,0 0 15,0 0-31,0 0 15,0 0-15,0 0 16,0 0 15,0 0-15,0-1 0,0 1-1,0 0-15,0 0 16,0 0 78,0 0-63,0 0 16</inkml:trace>
  <inkml:trace contextRef="#ctx0" brushRef="#br0" timeOffset="4452.1593">-24 1821 0,'24'0'0,"0"24"31,-24 0-15,0 0-16,0 0 16,0 24-16,0-24 15,0 0 1,0 0 0,0 0 15,0 0-16,0 0 1,0 0-16,0 0 16,0 0-16,0-1 15,0 1 1,0 0 0,0 0-1,0 0 1,0 0-1,0 0 1,0 0-16,24 0 16,-24 0-16,0 0 15,0 0 1,24-24-16,0 0 375</inkml:trace>
  <inkml:trace contextRef="#ctx0" brushRef="#br0" timeOffset="8010.9856">72 1797 0,'24'0'109,"0"0"-77,0 0-17,0 0 1,0 0 0,23 0-1,-23 0-15,0 0 16,0 0-1,0 0-15,0 0 16,0 0-16,0 0 16,0 0-16,0 0 15,0 0-15,-24 24 16,24-24-16,0 0 16,0 0-16,0 0 15,0 0-15,0 0 16,24 0-16,-24 0 15,24 24-15,0-24 16,-24 0 0,-1 0-16,1 0 15,0 0 1,0 0 0,0 0-1,0 0 1,0 0 15,0 0-31,0 0 16,24 0-16,-24 0 0,0 24 15,0-24 1,0 0-16,0 0 109,0 0-46,0 0-48,0 0 1,0 0 31,0 0 62,0 0-93,0 0 0,0 0-16,-24-24 78,24 24-16,-24 24 126,24-24-173,-24 24 1,0 0 0,0 0-1,0 0 1,0 0-1,0 0 1,24 0-16,-24 0 16,0 0-1,0 0 1,0 0 0,0 0-1,0 0 1,0-1-1,0 1 1,0 0 0,0 0 15,0 0-15,0 0 15,0 0 0,0 0-15,0 24 359,0-24-375,0 0 15,-24-24 251,0 0-204,0 0-46,0 0 0,0 0-1,24-24 1,-24 24 62,0 0 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49:04.277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 contextRef="#ctx0" brushRef="#br0">72 527 0,'24'0'110,"0"0"-95,0 0 1,0 0 0,0 0-16,-1 0 15,1 0 1,0 24 15,0-24-31,0 0 16,0 0-1,0 0-15,0 0 16,0 0 0,0 0-1,24 0 63,-24 0-78,48 0 16,0 0-16,-24 0 16,24 0-16,-48 0 15,23 0-15,-23 0 94,24 0-78,24 0-1,-24 0-15,-24 0 16,24 0-16,-24 0 15,0 0 126,0 0-94,24 0-31,0 0-16,24 0 15,-24 0-15,-24 0 0</inkml:trace>
  <inkml:trace contextRef="#ctx0" brushRef="#br0" timeOffset="2960.3197">96 2444 0,'24'0'31,"0"0"32,0 0-48,23 0 1,-23 0-16,0 0 15,24 0 1,-24 0-16,0-24 0,0 24 16,24 0-16,-24 0 15,0 0 1,0 0 15,24 0-15,0 0-16,48 0 15,-48 0-15,24 0 16,-1 0-16,-47 0 16,0 0-16,0 0 31,0 0-15,0 0-1,0 0-15,0 0 16,0 0-16,0 0 31,-24-24 16,24 24-47,0 0 31,0 0-15,0 0-1,0 0 1,0 0 172,0 0 93,0 0-266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0:14.407"/>
    </inkml:context>
    <inkml:brush xml:id="br0">
      <inkml:brushProperty name="width" value="0.33333" units="cm"/>
      <inkml:brushProperty name="height" value="0.6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30 0,'48'-24'94,"-24"24"-94,-1 0 15,1 0 1,0 0-16,0 0 16,0 0-1,24 0-15,-24 0 16,48 0-16,-24 0 15,48 0-15,-48 0 16,0 0-16,0 0 16,-24 0-16,0 0 15,0 0 79,23 0-78,1 0-1,0 0-15,96 0 0,-120 24 16,72-24-16,-48 0 16,-24 0-1,0 0-15,0 0 78,0 0-78,24 0 16,0 0-16,-1 0 16,49 0-16,-72 0 15,0 0-15,0 0 406,0 0-296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0:33.635"/>
    </inkml:context>
    <inkml:brush xml:id="br0">
      <inkml:brushProperty name="width" value="0.33333" units="cm"/>
      <inkml:brushProperty name="height" value="0.6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1 16 0,'24'0'188,"0"0"-157,0 0-16,24 0-15,0 0 16,-24 0-16,0 0 16,0 0-16,0 0 15,0 0-15,0 0 125,0 0-109,0 0-16,0 0 16,0 0-16,0 0 15,0 0-15,0 0 16,0 0-1,0 0 79,24 0-78,0 0-16,-1 0 15,1 0-15,-24 0 16,0 0-16,0 0 78,0 24 0,0-24-62,24 0-16,-24 24 16,48-24-16,-24 0 15,-24 24-15,0-24 391,0 0-344,0 0-32,-24-24 95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1:14.707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  <inkml:brush xml:id="br1">
      <inkml:brushProperty name="width" value="0.06667" units="cm"/>
      <inkml:brushProperty name="height" value="0.06667" units="cm"/>
      <inkml:brushProperty name="color" value="#177D36"/>
      <inkml:brushProperty name="fitToCurve" value="1"/>
    </inkml:brush>
  </inkml:definitions>
  <inkml:trace contextRef="#ctx0" brushRef="#br0">0 122 0,'24'0'78,"-24"24"-62,0 0 0,0 24-16,0-24 15,0 0-15,0-1 16,0 25-1,0-24-15,0 0 16,0 0 0,0 0-16,0 0 31,0 0-15,0 0-16,0 0 31,0 0 0,0 0-15,0 0-16,0 0 31,24-24 281,0 0-296,0 0-16,24 0 16,-24 0-16,0 0 47,0 0-16,0 0-31,24 0 0,-24 0 31,0 0-31,0 0 16,24 0 77,-24 0-77,23 0-16,-23 0 16,24 0-16,-24 0 78,0 0-47,0 0-31,0 0 16,0 0-16,0 0 15,0 0 79,24 0-78,-24 0-16,0 0 15,0 0-15,0 0 16,0 0-16,0 0 31,0 0-15,48 0-1,0 0 1,-25 24 0,49-24-16,-24 0 15,-48 0-15,0 0 0,-48-24 407,24 0-407,0 0 15,0 0-15,0 0 16,0 0-1,24 0 1,-24 0-16,0 0 16,0 0-1,0 0 1,0 0-16,0 0 16,0 0-1,0 0 1,0 1-1,0-1-15,0 0 63,0 0-47,0 0 15,0 0-16,0 0 1,0 0 31,0 0-31,0 0 155,0 0-108,0 0-47,-24 24 30,0 0 126,0 0-109,0 0-48,0 0-15,0 0 16,0 0-16,0 0 16,0 0-1,0 0 48,1 0-16,-1 0-32,0 0-15,0 0 16,0 0 0,0 0-16,0 0 15,0 0 16,0 0 32,-24 0-47,24 0-1,0 0-15,0 0 0,-24 0 16,24 0 78,24 24-79,-24-24-15,0 0 16,0 0-16,0 0 15,0 0 1,0 0 62,0 0-62,0 24-16,0-24 15,1 0-15,-1 0 16,0 0 250,0 0-266,0 0 15,0 0-15,-24 24 0,24-24 78,0 0 79,0 0-142,0 0-15,0 0 16,0 0 15,0 0 329,0 0-329,0 0 250</inkml:trace>
  <inkml:trace contextRef="#ctx0" brushRef="#br1" timeOffset="31961.6091">5847-2442 0,'-24'0'78,"0"0"-46,0 0-17,0 0-15,-24 0 16,24 0-16,-24 0 16,0 0-1,24 0-15,24 24 94,-23-24-78,-1 0-16,-24 24 15,24-24-15,0 0 16,24 24-16,-48-24 15,24 0 64,0 24-64,-24 0 1,24 0-1,0-24-15,0 0 47,24 24 31,0-1-62,-24-23-16,24 24 16,-24-24-1,24 24 142,0 0-142,0 0 1,24 0 31,-24 0-16,24-24 125,-24 24-125,24 0-15,-24 0 0,24-24 46,-24 24-15,24-24-16,-24 24-15,24 0 125,0-24 30,-24 24-155,24-24-16,0 24 31,0 0 126,0-24-157,0 0 15,-24 24-15,24-24 16,0 0 187,0 0-203,0 0 47,-1 0 93,1 0-140,0 0 16,24 0-16,-24 0 16,0 0-16,0 0 234,0 0-234,24 0 16,-24 24-16,0-24 15,0 0-15,0 0 219,24 0-219,-24 0 16,24 0-16,24 0 15,-48 0-15,0 0 157,23 0-142,1 0 16,-24 0-31,24 0 16,-24 0-16,0 0 16,0 0 109,24 0-110,-24 0 1,24 0-16,24 0 16,-24 0-16,-24 0 0,0 0 15,0 0 95,24 0-95,-24 0-15,47 0 16,-23 0-16,0 0 15,-24 0 79,24 0-63,-24 0-15,48 24-16,-24-24 16,0 0-1,0 0 110,-24 0-31,0-24-78,0 24-1,-24-24 1,0 0 15,24 24-15,-24-24-1,0 0 1,0 0 15,0 0 1,0 0-1,0 0-16,0 0 17,0 0-1,0 0 0,0 0-15,0 0 15,0 0 16,-24 0-31,24 0 15,0 0-16,-24 24 1,24-23 0,-24 23 15,0-24 0,24 0-15,-24 24-16,24-24 15,-24 24 32,24-24-31,-24 24 31,24-24-47,-24 24 31,0-24 47,0 24-62,0-24-16,0 24 47,0 0 46,-24-24-77,24 24-16,-24 0 16,24 0-16,-24 0 15,25 0-15,-1 0 16,0 0-16,0 0 78,0 0-78,-24 0 16,-24 0-16,24 0 15,-24 0-15,0 0 16,48 0-16,-24 0 16,24 0 62,-24 0-63,24 0-15,-24 0 16,-23 0-16,-1 0 16,24 0-16,0 0 15,24 0-15,0 0 16,0 0-1,0 0 126,0 0-125,0 0-1,0 0 1,0 0 250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9:11:03.909"/>
    </inkml:context>
    <inkml:brush xml:id="br0">
      <inkml:brushProperty name="width" value="0.06667" units="cm"/>
      <inkml:brushProperty name="height" value="0.06667" units="cm"/>
      <inkml:brushProperty name="color" value="#177D36"/>
      <inkml:brushProperty name="fitToCurve" value="1"/>
    </inkml:brush>
  </inkml:definitions>
  <inkml:trace contextRef="#ctx0" brushRef="#br0">563 34 0,'-24'0'141,"0"0"-94,0 0-16,0 0 172,0 0-109,-24 0-78,24 0-16,0 0 15,0 0 48,0 24 46,0-24-109,0 0 16,-24 0-16,24 0 31,24 24 94,-23-24-78,23 24-47,-24-24 15,0 24 1,0 0 140,24 0-140,0 0 46,-24-24-62,24 24 47,0 0-15,-24-24-32,0 0 15,24 24-15,0 0 235,0 0-235,0 0 31,0 0 16,0 0 93,0 0-15,0 0-93,0 0 30,0 0 32,0 0-63,24-24 16,-24 24-16,0 0 32,24-24-32,-24 23 0,24-23 32,-24 24-16,24-24-16,-24 24 0,24-24-15,0 0 46,-24 24-46,23-24 46,1 0-46,0 0 15,-24 24-15,24-24 140,0 0-140,0 0-16,0 0 15,0 0-15,0 0 32,0 0 108,0 0-140,0 0 78,0 0 0,0 0-62,0 0 0,0 0-1,0 0 1,0 0 140,0 0-156,0 0 16,24 0-16,-24 0 15,0 0-15,0 0 63,0 0 46,-1 0-93,1 0-16,0 0 16,0 0-16,0 0 15,0 0 16,0 0 63,0 0-78,24 0-1,-24 0 1,0 0 0,0 0 93,0 24-93,24-24-16,-24 0 15,24 24-15,-24-24 16,0 0 156,0 0-172,0 0 15,0 0 32,0 0-47,0 0 16,0 0-16,-1 0 31,1 0 47,0 0-15,0 0-63,0 0 15,0 0 1,24 0-16,-24 0 31,0 0 79,-24-24-95,24 24 1,0 0 62,-24-24-31,24 24-31,-24-24 62,24 24-63,-24-24 17,0 0 14,24 24-30,-24-24 31,24 24 47,-24-23-79,0-1 79,0 0-16,24 24-62,-24-24 15,0 0 16,0 0 31,0 0-31,0 0 15,0 0-15,-24 24-31,24-24 0,0 0 15,-24 24 16,24-24-32,-24 24 48,24-24-63,-24 24 47,24-24-32,-24 24 32,24-24-31,0 0 46,-24 24-46,0 0 78,24-24-63,-24 24 31,24-24-46,-24 0 0,0 24 77,0-24 17,0 24-79,24-24 94,-24 24-109,0 0 15,24-24-31,-24 24 16,-23 0 218,23 0-218,0 0-1,0 0 1,0 0-1,24-24 314,-24 24-298,0 0-16,-48 0-15,48 0 16,-24 0-16,0-24 16,24 24-16,-24 0 15,24 0 1,0 0 359,-24 0-328,0 0-32,-47 0-15,71 0 16,0 0-16,0 0 344,0 0-204,0 0-124,0 0-16,0 0 16,-24 0-16,48 24 15,-24-24-15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2:59.959"/>
    </inkml:context>
    <inkml:brush xml:id="br0">
      <inkml:brushProperty name="width" value="0.06667" units="cm"/>
      <inkml:brushProperty name="height" value="0.06667" units="cm"/>
      <inkml:brushProperty name="color" value="#177D36"/>
      <inkml:brushProperty name="fitToCurve" value="1"/>
    </inkml:brush>
  </inkml:definitions>
  <inkml:trace contextRef="#ctx0" brushRef="#br0">563 34 0,'-24'0'141,"0"0"-94,0 0-16,0 0 172,0 0-109,-24 0-78,24 0-16,0 0 15,0 0 48,0 24 46,0-24-109,0 0 16,-24 0-16,24 0 31,24 24 94,-23-24-78,23 24-47,-24-24 15,0 24 1,0 0 140,24 0-140,0 0 46,-24-24-62,24 24 47,0 0-15,-24-24-32,0 0 15,24 24-15,0 0 235,0 0-235,0 0 31,0 0 16,0 0 93,0 0-15,0 0-93,0 0 30,0 0 32,0 0-63,24-24 16,-24 24-16,0 0 32,24-24-32,-24 23 0,24-23 32,-24 24-16,24-24-16,-24 24 0,24-24-15,0 0 46,-24 24-46,23-24 46,1 0-46,0 0 15,-24 24-15,24-24 140,0 0-140,0 0-16,0 0 15,0 0-15,0 0 32,0 0 108,0 0-140,0 0 78,0 0 0,0 0-62,0 0 0,0 0-1,0 0 1,0 0 140,0 0-156,0 0 16,24 0-16,-24 0 15,0 0-15,0 0 63,0 0 46,-1 0-93,1 0-16,0 0 16,0 0-16,0 0 15,0 0 16,0 0 63,0 0-78,24 0-1,-24 0 1,0 0 0,0 0 93,0 24-93,24-24-16,-24 0 15,24 24-15,-24-24 16,0 0 156,0 0-172,0 0 15,0 0 32,0 0-47,0 0 16,0 0-16,-1 0 31,1 0 47,0 0-15,0 0-63,0 0 15,0 0 1,24 0-16,-24 0 31,0 0 79,-24-24-95,24 24 1,0 0 62,-24-24-31,24 24-31,-24-24 62,24 24-63,-24-24 17,0 0 14,24 24-30,-24-24 31,24 24 47,-24-23-79,0-1 79,0 0-16,24 24-62,-24-24 15,0 0 16,0 0 31,0 0-31,0 0 15,0 0-15,-24 24-31,24-24 0,0 0 15,-24 24 16,24-24-32,-24 24 48,24-24-63,-24 24 47,24-24-32,-24 24 32,24-24-31,0 0 46,-24 24-46,0 0 78,24-24-63,-24 24 31,24-24-46,-24 0 0,0 24 77,0-24 17,0 24-79,24-24 94,-24 24-109,0 0 15,24-24-31,-24 24 16,-23 0 218,23 0-218,0 0-1,0 0 1,0 0-1,24-24 314,-24 24-298,0 0-16,-48 0-15,48 0 16,-24 0-16,0-24 16,24 24-16,-24 0 15,24 0 1,0 0 359,-24 0-328,0 0-32,-47 0-15,71 0 16,0 0-16,0 0 344,0 0-204,0 0-124,0 0-16,0 0 16,-24 0-16,48 24 15,-24-24-15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3:15.527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 contextRef="#ctx0" brushRef="#br0">13 0 0,'0'48'47,"0"-24"-47,0 24 16,0-24-16,0 24 15,0-24-15,0 0 16,0 0-16,0 0 0,0 0 31,0 0-15,0 0-16,0 0 15,0 0-15,0 0 47,0 0-31,0 0 328,0-1-266,0 1-78,24-24 15,-24 24 1,24-24 312,0 0-281,0 0-47,0 0 16,24 0-16,-24 0 15,0 0-15,-1 0 16,1 0-16,0 0 109,0 0-93,24 0-16,0 24 16,24-24-16,-48 0 15,0 0 48,0 0-48,0 0-15,0 0 16,24 0-16,0 0 16,24 0-16,-24 0 15,-24 0 16,-1 0 79,1 0-110,0 0 15,0 0 32,0 0-31,0 0 0,24 0-1,48 0 1,-72 0-16,48 0 15,0 0-15,-48 0 16,0 0-16,0 0 578,-24-24-109,0 0-469,0 0 16,0 1-1,0-1 1,0 0-1,0 0 1,0 0 47,0 0-1,0 0-31,0 0-15,0 0 15,0 0 0,-24 24-15,24-24 0,0 0-16,0 0 62,0 0-46,0 0 31,0 0-16,0 0 250,-24 24-265,24-24 703,0-24-594,0 24-110,-24 24 298,0 0-251,0 0-15,0 0-31,0 0-1,0 0 220,0 0-142,0 0-93,0 0 16,0 0-16,-24 0 203,0 0-203,24 24 16,0-24-1,0 0-15,0 0 125,-23 24-62,-1-24-47,24 0-16,0 0 0,0 0 15,0 0 1,0 0 187,-24 0-187,0 0-1,-24 0-15,0 0 16,24 24-16,0-24 15,0 0-15,24 0 360,0 0-157,1 0-109,-1-24-94,-24 24 15,0 0-15,0 0 16,24 0-16,0 0 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3:21.558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 contextRef="#ctx0" brushRef="#br0">0 72 0,'0'24'62,"0"0"-46,0 0-16,0 24 0,0-24 15,0 24 1,0 0-16,0-24 0,0 24 16,0-24-1,0 0-15,0 0 32,0 0-17,0-1 1,24 1-1,-24 0-15,0 0 16,0 0 15,24-24 360,0 0-375,0 0 30,0 0-30,23 0 0,-23 0-16,0 0 15,0 0-15,0 0 94,0 0-78,48 0-1,-48 0-15,0 0 16,0 0-16,0 0 16,0 0-1,0 0 1,0-24-1,0 24-15,48 0 16,-24 0-16,0 0 16,-24 0-16,0 0 15,-1 0 95,1 0-95,24 0-15,24 0 0,-48 0 16,48 0-16,-48 0 16,0 0-16,0 0 15,0-24 79,24 24-78,-24 0-16,0 0 15,48 0-15,-24 0 16,24 0-16,-49 0 15,-23-24 204,-23 0-203,-1 1 15,24-1-31,0-24 16,0 0-16,0 24 15,0-24-15,0 24 16,0-24-16,0 24 0,0 0 16,0 0-16,0 0 15,0 0 1,-24 24 31,24-24-32,0 0 17,-24 24 218,0 0-172,0 0-16,0-24-15,-24 24-31,24 0-1,0 0 1,0 0 125,-24 0-110,24 0-16,0 0-15,0 0 16,0 0-16,0 0 16,0 0-16,0 0 15,0 0 1,-24 0 0,0 0-1,24 0-15,1 0 16,-1 0-16,0 0 15,0 0-15,0 0 141,-24 0-94,-24 0-47,48 0 16,-72 0-16,24 0 0,48 0 15,0 0-15,0 0 141,0 0 46,0 0-140,0 0-31,-24 0-16,25 0 15,-25-24-15,0 24 16,24 0-16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3:29.901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 contextRef="#ctx0" brushRef="#br0">0 0 0,'0'24'62,"0"0"-62,0 48 16,0-48-16,0 24 0,0-24 15,0 0-15,0 0 16,0 0 15,0 0 1,0 0-17,0 0 1,0 0-1,0 0 1,0 23 78,0-23-79,0 0 1,0 0 125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3:34.29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 contextRef="#ctx0" brushRef="#br0">0 0 0,'24'0'250,"-24"24"-235,24-24 95,0 0-17,0 0-93,0 0 16,0 0-16,0 0 141,23 0-141,1 0 15,-24 0 1,0 0-16,0 0 31,0 0 0,0 0-15,0 0-16,0 0 16,0 0-16,0 0 15,0 0 1,0 0 15,0 0-15,0 0-1,0 0 1,0 0 0,24 0-16,0 0 15,-24 0-15,71 0 16,-47 0-16,-24 0 16,0 0-16,0 0 281,0 0-187,0 0-1,0 0-93,-24 24 219,24-24-203,0 48 31,-24-24-32,0 0-15,0 0 16,0 0-1,0 0-15,0 0 16,0 0 0,0 0-16,0 0 15,0 0 1,-24-24 0,24 24-1,0 0 1,0 0-1,0-1 1,0 1 62,-24-24 16,24 24 281,0 0-359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8:53:36.60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 contextRef="#ctx0" brushRef="#br0">0 0 0,'24'0'16,"0"0"62,-24 24-78,24-24 109,0 0-77,0 0-17,0 0 1,0 0 15,0 0-15,0 0-16,0 0 31,0 0 16,-1 24-31,25-24-16,-24 0 15,0 0 63,0 0-62,0 0-16,0 0 16,0 0-1,0 0 32,0 0-31,0 0 15,0 0-31,0 0 16,0 0-1,0 0 16,0 0 1,0 0-17,0 0-15,0 0 16,0 0-16,0 0 16,0 0 30,0 0-30,0 0-16,23 0 16,-23 0-1,0 0 1,0 0 0,0 0-1,0 0 235,0 0-234,-24 24 62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9:18:20.315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 contextRef="#ctx0" brushRef="#br0">984 46 0,'-24'0'16,"0"0"-16,0 0 15,0 0 1,0 0-16,0 0 15,0 0-15,0 0 16,0 0 0,0 0-16,24 24 15,-24-24-15,0 0 16,0 24-16,0-24 16,0 24-16,0-24 15,-24 24-15,24 0 16,1-24-1,-1 0-15,-24 24 16,24 0 0,0-24-1,0 24-15,0-1 16,-24 1-16,48 0 16,-24 0-16,0 0 0,0 0 31,0 0-16,0 0-15,0 0 16,0 0-16,0 0 16,24 0-16,-48 0 15,24 0-15,24 0 16,0 0 15,-24 0 16,24 0-16,0 0-31,0 24 16,0-24-16,0 0 16,24 0-16,-24 0 15,0 0-15,0 0 16,0-1-16,0 1 15,24-24 1,-24 24-16,0 0 16,24 0-1,-24 0 1,0 0 0,24 0-16,0 0 15,-24 0 1,24 0-1,-24 0 1,24 0 0,0 0 15,-24 0-31,24 0 16,-24 0-16,0 0 15,24-24-15,-24 24 16,24 0-1,-24 0 1,24-24-16,-24 24 16,24 0 15,0 0-31,0 0 16,0 0-16,0-1 15,24 1-15,-48 24 16,48-48-16,-25 24 15,1 0-15,0-24 16,0 24-16,0-24 16,0 24-1,0-24-15,0 24 16,24-24-16,0 24 16,24 0-16,-24 0 15,24 0-15,0 0 16,0-24-16,-1 24 15,-47-24 1,0 24 31,0-24-31,24 0-16,24 24 15,-24-24-15,24 24 16,0-24-16,-24 0 15,0 0-15,0 24 16,0-24-16,-1 0 16,1 0-1,-24 0 1,0 0 0,48 24-16,0-24 15,0 0-15,-24 0 0,24 0 16,24 24-1,-1-24-15,-47 0 16,-24 0-16,0 0 16,0 24-16,0-24 0,0 0 15,0 0-15,0 0 16,24 24 0,24-24-16,24 0 0,0 0 15,-48 0-15,23 24 16,-47-24-16,0 0 15,24 0-15,-24 0 16,0 0 0,0 0-16,0 0 15,24 0-15,0 0 16,24 0-16,-48 0 16,72 0-16,-48 0 15,24-24-15,-1 24 16,-23 0-16,24-24 15,0 24-15,-24 0 16,0 0-16,-24 0 16,48 0-16,-24-24 15,48 24-15,-49-24 16,1 24-16,0-24 16,0 24-16,0-24 15,24 24-15,24-24 16,-72 0-16,0 24 15,24-24-15,24 0 16,-24 24-16,-24-24 16,23 24-16,25-24 15,-24 0-15,24 0 16,-24 24-16,0-24 16,-24 0-16,24 0 15,-24 24-15,0-24 16,0 0-1,0 24-15,0 0 16,-24-48-16,24 24 16,24 0-16,23 1 15,1-25-15,-24 48 0,0-48 16,0 24-16,-24 0 16,24 0-1,-24 0-15,-24 0 16,24 24-16,-24-24 15,0-24 1,0 24 0,0 0-16,24-24 15,-24 0 1,24 24-16,-24 0 16,0-24-16,0 0 15,0 24 1,0 1-16,0-1 15,0 0-15,0-24 16,0 24 0,0 0-16,0 0 15,0 0-15,0 0 16,0 0-16,0 0 16,0 0-1,0 0 1,-24 24-1,24-24 1,-24 24 0,0-24 15,0-24 16,0 48-32,24-24 1,-24 24 15,24-24-15,-24 24 31,0-48-16,24 24-15,-24 24-1,0-24 17,0 0 14,24 0-30,-24 24 0,24-24-1,-24 1 1,24-1-16,-24 24 47,24-24 15,-24 24-15,0 0-16,-23 0-15,-49-24-16,24-24 16,24 48-16,24 0 15,0-24-15,0 24 16,0 0-16,0 0 16,-24 0 93,0 0-93,-24 0-16,-71 0 15,95 0-15,-24 0 16,0 0-16,48 0 15,-24 0-15,24 0 125,0 0-78,-48 0-47,0 0 16,-71 0-16,23 0 16,48 0-16,24 0 15,0 0-15,24 0 172,-24 0-172,-48-24 16,0 24-1,-47 0-15,23 0 16,48 0-16,24 0 0,0 0 16,24 0-16,0 0 15,0 0 79,0 0-94,-24 0 16,-48 0-16,49 0 15,-1-24-15,24 24 16,0 0-16,0 0 15,0-24 48,-24 24-32,0 0-15,-24 0-16,48 0 15,-48 0-15,24 0 16,24 0-16,0 0 16,0 0-16,0 0 93,-24 0-77,-23 0-16,23 0 16,-24 0-16,-24 0 15,48 0-15,24 0 16,0 0 46,-48 0-30,0 0-32,24 0 15,-24 0-15,-23 0 16,71 0-16,0 0 16,0 0-16,0 0 109,0 0-93,-48 0-16,0 0 15,24 0-15,24 0 16,-24 0-16,24 0 15,0 0 173,0 0-172,-24 0-16,1 0 15,-1 0-15,0 0 16,0 0-1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9-09T19:18:27.790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 contextRef="#ctx0" brushRef="#br0">0 1390 0,'0'-24'46,"0"0"-30,0 0-16,0 0 16,24 0-16,-24 0 15,24 0-15,-24 0 16,0 0-16,24 0 16,-24 0-1,24 0 1,0 0-1,-24 0 1,24 24 0,-24-24-16,24 0 15,-24 0-15,23 24 16,-23-23-16,24-1 16,-24 0 15,24 24-16,-24-24-15,24 0 16,-24 0 0,24 24-1,-24-24-15,24 0 32,0 0-17,0 0 16,-24 0-15,24 24-16,-24-24 31,24 24-15,-24-24 0,0 0-16,24 24 15,-24-24 16,24 24-31,-24-24 32,24 24-17,0-24 1,0 24 0,-24-24-1,24 24 1,-24-24-1,24 24-15,0-24 32,0 0-17,0 24-15,0 0 16,0 0-16,-24-24 16,24 24-16,0 0 0,0-24 15,0 24 1,0-24-16,-1 24 15,1-24-15,0 24 0,-24-24 47,24 24-47,0 0 16,0 0-16,24-24 16,-24 24-16,24-23 15,0-1-15,-24 24 78,0 0-78,0-24 16,0 24 0,0 0-1,0-24 1,0 24-1,0 0 1,0 0-16,24 0 16,-24 0-16,0 0 15,-1 0-15,-23-24 16,24 24 31,0 0-47,24 0 15,0 0 1,0 0-16,0 0 16,-24-24-1,0 24 17,0 0-17,0 0 16,0 0-31,0-24 16,0 24 0,0 0-1,0 0-15,0 0 16,0 0 0,0 0-1,0 0 16,0 0-15,24 0 0,-1 0-1,-23 0-15,48 0 16,-24 0-16,0 0 16,-24 0 46,0-24-46,24 24-16,-24 0 15,0 0-15,24 0 16,-24 0-16,0 0 16,0 0-1,0 0 1,0 0 15,-24-24 0,24 24-31,0 0 16,23 0 0,1 0-16,-24 0 15,0 0-15,0 0 16,0 0-16,0 0 15,0 0 1,0 0 15,0 0 32,0 0-48,0 0-15,24 0 16,0 0-16,0 0 0,-24 0 16,0 0-16,0 0 15,0-24 79,24 24-78,0 0-1,-25 0-15,1 0 16,0 0-16,0 0 47,0 0 31,0 0-78,0 0 16,72 0-16,-48 0 15,-24 0-15,0 0 16,0 0 124,24 0-124,-24 0-16,24 0 16,-24 0-16,0 0 15,0 0 17,0 0 93,0 0-32,-1 0-46,1 0-31,0 0-16,0 0 15,24 0-15,-24 0 16,0 0 422,-24 24-376,24-24-31,-48 0 454,24-24-470,-24 24 1,0-24 46,0 24-30,24-24 15,-24 24-47,0 0 78,24-24-63,-24 24 32,24-24 16,-24 24-16,48 0 234,0 24-250,0-24 16,-24 24-47,24-24 31,0 24 0,0-24 32,-24 24-32,24-24 0,0 0 63,-24 24-78,-24-24 374,0 0-265,0 0-109,24 24-16,-24-24 16,0 24 77,24 0-61,-24 0 77,24 0-93,-24 0-1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31.emf"/><Relationship Id="rId3" Type="http://schemas.openxmlformats.org/officeDocument/2006/relationships/image" Target="../media/image26.emf"/><Relationship Id="rId7" Type="http://schemas.openxmlformats.org/officeDocument/2006/relationships/image" Target="../media/image28.emf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30.emf"/><Relationship Id="rId5" Type="http://schemas.openxmlformats.org/officeDocument/2006/relationships/image" Target="../media/image27.emf"/><Relationship Id="rId15" Type="http://schemas.openxmlformats.org/officeDocument/2006/relationships/image" Target="../media/image32.emf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29.emf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customXml" Target="../ink/ink9.xml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12" Type="http://schemas.openxmlformats.org/officeDocument/2006/relationships/image" Target="../media/image20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11" Type="http://schemas.openxmlformats.org/officeDocument/2006/relationships/customXml" Target="../ink/ink14.xml"/><Relationship Id="rId5" Type="http://schemas.openxmlformats.org/officeDocument/2006/relationships/customXml" Target="../ink/ink11.xml"/><Relationship Id="rId10" Type="http://schemas.openxmlformats.org/officeDocument/2006/relationships/image" Target="../media/image19.emf"/><Relationship Id="rId4" Type="http://schemas.openxmlformats.org/officeDocument/2006/relationships/image" Target="../media/image10.emf"/><Relationship Id="rId9" Type="http://schemas.openxmlformats.org/officeDocument/2006/relationships/customXml" Target="../ink/ink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customXml" Target="../ink/ink20.xml"/><Relationship Id="rId18" Type="http://schemas.openxmlformats.org/officeDocument/2006/relationships/image" Target="../media/image17.emf"/><Relationship Id="rId3" Type="http://schemas.openxmlformats.org/officeDocument/2006/relationships/customXml" Target="../ink/ink15.xml"/><Relationship Id="rId21" Type="http://schemas.openxmlformats.org/officeDocument/2006/relationships/customXml" Target="../ink/ink24.xml"/><Relationship Id="rId7" Type="http://schemas.openxmlformats.org/officeDocument/2006/relationships/customXml" Target="../ink/ink17.xml"/><Relationship Id="rId12" Type="http://schemas.openxmlformats.org/officeDocument/2006/relationships/image" Target="../media/image14.emf"/><Relationship Id="rId17" Type="http://schemas.openxmlformats.org/officeDocument/2006/relationships/customXml" Target="../ink/ink22.xml"/><Relationship Id="rId2" Type="http://schemas.openxmlformats.org/officeDocument/2006/relationships/image" Target="../media/image2.png"/><Relationship Id="rId16" Type="http://schemas.openxmlformats.org/officeDocument/2006/relationships/image" Target="../media/image16.emf"/><Relationship Id="rId20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11" Type="http://schemas.openxmlformats.org/officeDocument/2006/relationships/customXml" Target="../ink/ink19.xml"/><Relationship Id="rId24" Type="http://schemas.openxmlformats.org/officeDocument/2006/relationships/image" Target="../media/image20.emf"/><Relationship Id="rId5" Type="http://schemas.openxmlformats.org/officeDocument/2006/relationships/customXml" Target="../ink/ink16.xml"/><Relationship Id="rId15" Type="http://schemas.openxmlformats.org/officeDocument/2006/relationships/customXml" Target="../ink/ink21.xml"/><Relationship Id="rId23" Type="http://schemas.openxmlformats.org/officeDocument/2006/relationships/customXml" Target="../ink/ink25.xml"/><Relationship Id="rId10" Type="http://schemas.openxmlformats.org/officeDocument/2006/relationships/image" Target="../media/image13.emf"/><Relationship Id="rId19" Type="http://schemas.openxmlformats.org/officeDocument/2006/relationships/customXml" Target="../ink/ink23.xml"/><Relationship Id="rId4" Type="http://schemas.openxmlformats.org/officeDocument/2006/relationships/image" Target="../media/image10.emf"/><Relationship Id="rId9" Type="http://schemas.openxmlformats.org/officeDocument/2006/relationships/customXml" Target="../ink/ink18.xml"/><Relationship Id="rId14" Type="http://schemas.openxmlformats.org/officeDocument/2006/relationships/image" Target="../media/image15.emf"/><Relationship Id="rId22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customXml" Target="../ink/ink31.xml"/><Relationship Id="rId18" Type="http://schemas.openxmlformats.org/officeDocument/2006/relationships/image" Target="../media/image17.emf"/><Relationship Id="rId3" Type="http://schemas.openxmlformats.org/officeDocument/2006/relationships/customXml" Target="../ink/ink26.xml"/><Relationship Id="rId21" Type="http://schemas.openxmlformats.org/officeDocument/2006/relationships/customXml" Target="../ink/ink35.xml"/><Relationship Id="rId7" Type="http://schemas.openxmlformats.org/officeDocument/2006/relationships/customXml" Target="../ink/ink28.xml"/><Relationship Id="rId12" Type="http://schemas.openxmlformats.org/officeDocument/2006/relationships/image" Target="../media/image14.emf"/><Relationship Id="rId17" Type="http://schemas.openxmlformats.org/officeDocument/2006/relationships/customXml" Target="../ink/ink33.xml"/><Relationship Id="rId2" Type="http://schemas.openxmlformats.org/officeDocument/2006/relationships/image" Target="../media/image2.png"/><Relationship Id="rId16" Type="http://schemas.openxmlformats.org/officeDocument/2006/relationships/image" Target="../media/image16.emf"/><Relationship Id="rId20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11" Type="http://schemas.openxmlformats.org/officeDocument/2006/relationships/customXml" Target="../ink/ink30.xml"/><Relationship Id="rId24" Type="http://schemas.openxmlformats.org/officeDocument/2006/relationships/image" Target="../media/image20.emf"/><Relationship Id="rId5" Type="http://schemas.openxmlformats.org/officeDocument/2006/relationships/customXml" Target="../ink/ink27.xml"/><Relationship Id="rId15" Type="http://schemas.openxmlformats.org/officeDocument/2006/relationships/customXml" Target="../ink/ink32.xml"/><Relationship Id="rId23" Type="http://schemas.openxmlformats.org/officeDocument/2006/relationships/customXml" Target="../ink/ink36.xml"/><Relationship Id="rId10" Type="http://schemas.openxmlformats.org/officeDocument/2006/relationships/image" Target="../media/image13.emf"/><Relationship Id="rId19" Type="http://schemas.openxmlformats.org/officeDocument/2006/relationships/customXml" Target="../ink/ink34.xml"/><Relationship Id="rId4" Type="http://schemas.openxmlformats.org/officeDocument/2006/relationships/image" Target="../media/image10.emf"/><Relationship Id="rId9" Type="http://schemas.openxmlformats.org/officeDocument/2006/relationships/customXml" Target="../ink/ink29.xml"/><Relationship Id="rId14" Type="http://schemas.openxmlformats.org/officeDocument/2006/relationships/image" Target="../media/image15.emf"/><Relationship Id="rId22" Type="http://schemas.openxmlformats.org/officeDocument/2006/relationships/image" Target="../media/image1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customXml" Target="../ink/ink42.xml"/><Relationship Id="rId18" Type="http://schemas.openxmlformats.org/officeDocument/2006/relationships/diagramColors" Target="../diagrams/colors3.xml"/><Relationship Id="rId3" Type="http://schemas.openxmlformats.org/officeDocument/2006/relationships/customXml" Target="../ink/ink37.xml"/><Relationship Id="rId7" Type="http://schemas.openxmlformats.org/officeDocument/2006/relationships/customXml" Target="../ink/ink39.xml"/><Relationship Id="rId12" Type="http://schemas.openxmlformats.org/officeDocument/2006/relationships/image" Target="../media/image24.emf"/><Relationship Id="rId17" Type="http://schemas.openxmlformats.org/officeDocument/2006/relationships/diagramQuickStyle" Target="../diagrams/quickStyle3.xml"/><Relationship Id="rId2" Type="http://schemas.openxmlformats.org/officeDocument/2006/relationships/image" Target="../media/image2.png"/><Relationship Id="rId16" Type="http://schemas.openxmlformats.org/officeDocument/2006/relationships/diagramLayout" Target="../diagrams/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11" Type="http://schemas.openxmlformats.org/officeDocument/2006/relationships/customXml" Target="../ink/ink41.xml"/><Relationship Id="rId5" Type="http://schemas.openxmlformats.org/officeDocument/2006/relationships/customXml" Target="../ink/ink38.xml"/><Relationship Id="rId15" Type="http://schemas.openxmlformats.org/officeDocument/2006/relationships/diagramData" Target="../diagrams/data3.xml"/><Relationship Id="rId10" Type="http://schemas.openxmlformats.org/officeDocument/2006/relationships/image" Target="../media/image23.emf"/><Relationship Id="rId19" Type="http://schemas.microsoft.com/office/2007/relationships/diagramDrawing" Target="../diagrams/drawing3.xml"/><Relationship Id="rId4" Type="http://schemas.openxmlformats.org/officeDocument/2006/relationships/image" Target="../media/image20.emf"/><Relationship Id="rId9" Type="http://schemas.openxmlformats.org/officeDocument/2006/relationships/customXml" Target="../ink/ink40.xml"/><Relationship Id="rId14" Type="http://schemas.openxmlformats.org/officeDocument/2006/relationships/image" Target="../media/image2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emf"/><Relationship Id="rId5" Type="http://schemas.openxmlformats.org/officeDocument/2006/relationships/customXml" Target="../ink/ink44.xml"/><Relationship Id="rId4" Type="http://schemas.openxmlformats.org/officeDocument/2006/relationships/image" Target="../media/image34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902" y="1216326"/>
            <a:ext cx="8824823" cy="2228850"/>
          </a:xfrm>
        </p:spPr>
        <p:txBody>
          <a:bodyPr>
            <a:normAutofit/>
          </a:bodyPr>
          <a:lstStyle/>
          <a:p>
            <a:r>
              <a:rPr lang="en-US" b="1" dirty="0" smtClean="0"/>
              <a:t>Section </a:t>
            </a:r>
            <a:r>
              <a:rPr b="1" dirty="0" smtClean="0"/>
              <a:t>1</a:t>
            </a:r>
            <a:r>
              <a:rPr b="1" dirty="0"/>
              <a:t>.</a:t>
            </a:r>
            <a:r>
              <a:rPr dirty="0"/>
              <a:t> </a:t>
            </a:r>
            <a:r>
              <a:rPr lang="en-US" dirty="0" smtClean="0"/>
              <a:t>Basics of Data Visualization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059" y="3321170"/>
            <a:ext cx="6987397" cy="231763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Lection 2</a:t>
            </a:r>
            <a:r>
              <a:rPr dirty="0" smtClean="0">
                <a:solidFill>
                  <a:srgbClr val="0070C0"/>
                </a:solidFill>
              </a:rPr>
              <a:t>.</a:t>
            </a:r>
            <a:r>
              <a:rPr dirty="0" smtClean="0"/>
              <a:t> </a:t>
            </a:r>
            <a:r>
              <a:rPr lang="en-US" dirty="0" smtClean="0"/>
              <a:t>Types of data. Data preprocessing.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Quantitative and Categorical Data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Quantitative </a:t>
            </a:r>
            <a:r>
              <a:rPr lang="en-US" b="1" u="sng" dirty="0" smtClean="0"/>
              <a:t>data</a:t>
            </a:r>
            <a:r>
              <a:rPr lang="en-US" dirty="0" smtClean="0"/>
              <a:t> – numerical </a:t>
            </a:r>
            <a:r>
              <a:rPr lang="en-US" dirty="0"/>
              <a:t>values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sz="2400" i="1" dirty="0" smtClean="0"/>
              <a:t>“How </a:t>
            </a:r>
            <a:r>
              <a:rPr lang="en-US" sz="2400" i="1" dirty="0"/>
              <a:t>many or how </a:t>
            </a:r>
            <a:r>
              <a:rPr lang="en-US" sz="2400" i="1" dirty="0" smtClean="0"/>
              <a:t>much?”</a:t>
            </a:r>
          </a:p>
          <a:p>
            <a:pPr marL="0" indent="0">
              <a:buNone/>
            </a:pPr>
            <a:endParaRPr lang="en-US" i="1" dirty="0" smtClean="0"/>
          </a:p>
          <a:p>
            <a:r>
              <a:rPr lang="en-US" b="1" u="sng" dirty="0" smtClean="0"/>
              <a:t>Categorical </a:t>
            </a:r>
            <a:r>
              <a:rPr lang="en-US" b="1" u="sng" dirty="0"/>
              <a:t>data</a:t>
            </a:r>
            <a:r>
              <a:rPr lang="en-US" dirty="0"/>
              <a:t> – </a:t>
            </a:r>
            <a:r>
              <a:rPr lang="en-US" dirty="0" smtClean="0"/>
              <a:t>labels </a:t>
            </a:r>
            <a:r>
              <a:rPr lang="en-US" dirty="0"/>
              <a:t>or names. </a:t>
            </a:r>
            <a:endParaRPr lang="en-US" dirty="0" smtClean="0"/>
          </a:p>
          <a:p>
            <a:pPr marL="0" indent="0">
              <a:buNone/>
            </a:pPr>
            <a:r>
              <a:rPr lang="en-US" sz="2400" i="1" dirty="0" smtClean="0"/>
              <a:t>Limited arithmetics (counting </a:t>
            </a:r>
            <a:r>
              <a:rPr lang="en-US" sz="2400" i="1" dirty="0"/>
              <a:t>the number of </a:t>
            </a:r>
            <a:r>
              <a:rPr lang="en-US" sz="2400" i="1" dirty="0" smtClean="0"/>
              <a:t>observations, </a:t>
            </a:r>
            <a:r>
              <a:rPr lang="en-US" sz="2400" i="1" dirty="0"/>
              <a:t>computing the proportions of observations in each </a:t>
            </a:r>
            <a:r>
              <a:rPr lang="en-US" sz="2400" i="1" dirty="0" smtClean="0"/>
              <a:t>category</a:t>
            </a:r>
            <a:r>
              <a:rPr lang="en-US" sz="2400" dirty="0" smtClean="0"/>
              <a:t>).</a:t>
            </a:r>
            <a:endParaRPr lang="uk-UA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Рукописный ввод 5"/>
              <p14:cNvContentPartPr/>
              <p14:nvPr/>
            </p14:nvContentPartPr>
            <p14:xfrm>
              <a:off x="940198" y="1919405"/>
              <a:ext cx="2847240" cy="105840"/>
            </p14:xfrm>
          </p:contentPart>
        </mc:Choice>
        <mc:Fallback xmlns="">
          <p:pic>
            <p:nvPicPr>
              <p:cNvPr id="6" name="Рукописный ввод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2318" y="1823285"/>
                <a:ext cx="294300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Рукописный ввод 6"/>
              <p14:cNvContentPartPr/>
              <p14:nvPr/>
            </p14:nvContentPartPr>
            <p14:xfrm>
              <a:off x="948838" y="1778285"/>
              <a:ext cx="2855880" cy="54720"/>
            </p14:xfrm>
          </p:contentPart>
        </mc:Choice>
        <mc:Fallback xmlns="">
          <p:pic>
            <p:nvPicPr>
              <p:cNvPr id="7" name="Рукописный ввод 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0958" y="1682165"/>
                <a:ext cx="295164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Рукописный ввод 7"/>
              <p14:cNvContentPartPr/>
              <p14:nvPr/>
            </p14:nvContentPartPr>
            <p14:xfrm>
              <a:off x="940198" y="1758125"/>
              <a:ext cx="828720" cy="36360"/>
            </p14:xfrm>
          </p:contentPart>
        </mc:Choice>
        <mc:Fallback xmlns="">
          <p:pic>
            <p:nvPicPr>
              <p:cNvPr id="8" name="Рукописный ввод 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2318" y="1662005"/>
                <a:ext cx="92448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Рукописный ввод 8"/>
              <p14:cNvContentPartPr/>
              <p14:nvPr/>
            </p14:nvContentPartPr>
            <p14:xfrm>
              <a:off x="1837318" y="1720325"/>
              <a:ext cx="1950120" cy="40320"/>
            </p14:xfrm>
          </p:contentPart>
        </mc:Choice>
        <mc:Fallback xmlns="">
          <p:pic>
            <p:nvPicPr>
              <p:cNvPr id="9" name="Рукописный ввод 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89438" y="1624205"/>
                <a:ext cx="204588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Рукописный ввод 9"/>
              <p14:cNvContentPartPr/>
              <p14:nvPr/>
            </p14:nvContentPartPr>
            <p14:xfrm>
              <a:off x="931558" y="1751285"/>
              <a:ext cx="380160" cy="720"/>
            </p14:xfrm>
          </p:contentPart>
        </mc:Choice>
        <mc:Fallback xmlns="">
          <p:pic>
            <p:nvPicPr>
              <p:cNvPr id="10" name="Рукописный ввод 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3678" y="1655165"/>
                <a:ext cx="47592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Рукописный ввод 10"/>
              <p14:cNvContentPartPr/>
              <p14:nvPr/>
            </p14:nvContentPartPr>
            <p14:xfrm>
              <a:off x="922918" y="3490884"/>
              <a:ext cx="2675160" cy="298800"/>
            </p14:xfrm>
          </p:contentPart>
        </mc:Choice>
        <mc:Fallback xmlns="">
          <p:pic>
            <p:nvPicPr>
              <p:cNvPr id="11" name="Рукописный ввод 10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5038" y="3394764"/>
                <a:ext cx="2770920" cy="4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Рукописный ввод 12"/>
              <p14:cNvContentPartPr/>
              <p14:nvPr/>
            </p14:nvContentPartPr>
            <p14:xfrm>
              <a:off x="922918" y="3539917"/>
              <a:ext cx="250560" cy="16200"/>
            </p14:xfrm>
          </p:contentPart>
        </mc:Choice>
        <mc:Fallback xmlns="">
          <p:pic>
            <p:nvPicPr>
              <p:cNvPr id="13" name="Рукописный ввод 1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5038" y="3443797"/>
                <a:ext cx="346320" cy="20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912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517" y="299110"/>
            <a:ext cx="2303253" cy="154694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Example</a:t>
            </a:r>
            <a:br>
              <a:rPr lang="en-US" sz="3600" dirty="0" smtClean="0"/>
            </a:br>
            <a:endParaRPr lang="uk-UA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770" y="152853"/>
            <a:ext cx="6659594" cy="664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</a:t>
            </a:r>
            <a:r>
              <a:rPr lang="en-US" dirty="0" smtClean="0"/>
              <a:t>data</a:t>
            </a: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4750"/>
          <a:stretch/>
        </p:blipFill>
        <p:spPr>
          <a:xfrm>
            <a:off x="1492369" y="1071938"/>
            <a:ext cx="7560144" cy="23527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Рукописный ввод 6"/>
              <p14:cNvContentPartPr/>
              <p14:nvPr/>
            </p14:nvContentPartPr>
            <p14:xfrm>
              <a:off x="1768918" y="2078165"/>
              <a:ext cx="655560" cy="31320"/>
            </p14:xfrm>
          </p:contentPart>
        </mc:Choice>
        <mc:Fallback xmlns="">
          <p:pic>
            <p:nvPicPr>
              <p:cNvPr id="7" name="Рукописный ввод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0678" y="1982405"/>
                <a:ext cx="7516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Рукописный ввод 7"/>
              <p14:cNvContentPartPr/>
              <p14:nvPr/>
            </p14:nvContentPartPr>
            <p14:xfrm>
              <a:off x="1760278" y="2725445"/>
              <a:ext cx="672840" cy="46800"/>
            </p14:xfrm>
          </p:contentPart>
        </mc:Choice>
        <mc:Fallback xmlns="">
          <p:pic>
            <p:nvPicPr>
              <p:cNvPr id="8" name="Рукописный ввод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2038" y="2629685"/>
                <a:ext cx="768960" cy="23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02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</a:t>
            </a:r>
            <a:r>
              <a:rPr lang="en-US" dirty="0" smtClean="0"/>
              <a:t>data</a:t>
            </a: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4750"/>
          <a:stretch/>
        </p:blipFill>
        <p:spPr>
          <a:xfrm>
            <a:off x="1492369" y="1071938"/>
            <a:ext cx="7560144" cy="23527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Рукописный ввод 6"/>
              <p14:cNvContentPartPr/>
              <p14:nvPr/>
            </p14:nvContentPartPr>
            <p14:xfrm>
              <a:off x="1768918" y="2078165"/>
              <a:ext cx="655560" cy="31320"/>
            </p14:xfrm>
          </p:contentPart>
        </mc:Choice>
        <mc:Fallback xmlns="">
          <p:pic>
            <p:nvPicPr>
              <p:cNvPr id="7" name="Рукописный ввод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0678" y="1982405"/>
                <a:ext cx="7516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Рукописный ввод 7"/>
              <p14:cNvContentPartPr/>
              <p14:nvPr/>
            </p14:nvContentPartPr>
            <p14:xfrm>
              <a:off x="1760278" y="2725445"/>
              <a:ext cx="672840" cy="46800"/>
            </p14:xfrm>
          </p:contentPart>
        </mc:Choice>
        <mc:Fallback xmlns="">
          <p:pic>
            <p:nvPicPr>
              <p:cNvPr id="8" name="Рукописный ввод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2038" y="2629685"/>
                <a:ext cx="76896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" name="Рукописный ввод 29"/>
              <p14:cNvContentPartPr/>
              <p14:nvPr/>
            </p14:nvContentPartPr>
            <p14:xfrm>
              <a:off x="4226638" y="2613845"/>
              <a:ext cx="548280" cy="245880"/>
            </p14:xfrm>
          </p:contentPart>
        </mc:Choice>
        <mc:Fallback xmlns="">
          <p:pic>
            <p:nvPicPr>
              <p:cNvPr id="30" name="Рукописный ввод 2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14758" y="2601965"/>
                <a:ext cx="57204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4" name="Рукописный ввод 53"/>
              <p14:cNvContentPartPr/>
              <p14:nvPr/>
            </p14:nvContentPartPr>
            <p14:xfrm>
              <a:off x="2311798" y="1932725"/>
              <a:ext cx="2642400" cy="1131120"/>
            </p14:xfrm>
          </p:contentPart>
        </mc:Choice>
        <mc:Fallback xmlns="">
          <p:pic>
            <p:nvPicPr>
              <p:cNvPr id="54" name="Рукописный ввод 5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99918" y="1920845"/>
                <a:ext cx="2666160" cy="11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4" name="Рукописный ввод 63"/>
              <p14:cNvContentPartPr/>
              <p14:nvPr/>
            </p14:nvContentPartPr>
            <p14:xfrm>
              <a:off x="1705558" y="2321097"/>
              <a:ext cx="660960" cy="264960"/>
            </p14:xfrm>
          </p:contentPart>
        </mc:Choice>
        <mc:Fallback xmlns="">
          <p:pic>
            <p:nvPicPr>
              <p:cNvPr id="64" name="Рукописный ввод 6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93678" y="2309217"/>
                <a:ext cx="684720" cy="2887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092923"/>
              </p:ext>
            </p:extLst>
          </p:nvPr>
        </p:nvGraphicFramePr>
        <p:xfrm>
          <a:off x="3692561" y="3899141"/>
          <a:ext cx="2347824" cy="21307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3912"/>
                <a:gridCol w="1173912"/>
              </a:tblGrid>
              <a:tr h="702252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800" b="1" u="none" strike="noStrike" dirty="0">
                          <a:effectLst/>
                        </a:rPr>
                        <a:t>Height</a:t>
                      </a:r>
                      <a:endParaRPr lang="en-A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800" b="1" u="none" strike="noStrike" dirty="0">
                          <a:effectLst/>
                        </a:rPr>
                        <a:t>Age</a:t>
                      </a:r>
                      <a:endParaRPr lang="en-A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57118">
                <a:tc>
                  <a:txBody>
                    <a:bodyPr/>
                    <a:lstStyle/>
                    <a:p>
                      <a:pPr algn="r" fontAlgn="ctr"/>
                      <a:r>
                        <a:rPr lang="uk-UA" sz="1800" u="none" strike="noStrike" dirty="0">
                          <a:effectLst/>
                        </a:rPr>
                        <a:t>170.5</a:t>
                      </a:r>
                      <a:endParaRPr lang="uk-U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uk-UA" sz="1800" u="none" strike="noStrike" dirty="0">
                          <a:effectLst/>
                        </a:rPr>
                        <a:t>23</a:t>
                      </a:r>
                      <a:endParaRPr lang="uk-U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57118">
                <a:tc>
                  <a:txBody>
                    <a:bodyPr/>
                    <a:lstStyle/>
                    <a:p>
                      <a:pPr algn="r" fontAlgn="ctr"/>
                      <a:r>
                        <a:rPr lang="uk-UA" sz="1800" u="none" strike="noStrike">
                          <a:effectLst/>
                        </a:rPr>
                        <a:t>180.3</a:t>
                      </a:r>
                      <a:endParaRPr lang="uk-U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uk-UA" sz="1800" u="none" strike="noStrike" dirty="0">
                          <a:effectLst/>
                        </a:rPr>
                        <a:t>25</a:t>
                      </a:r>
                      <a:endParaRPr lang="uk-U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57118">
                <a:tc>
                  <a:txBody>
                    <a:bodyPr/>
                    <a:lstStyle/>
                    <a:p>
                      <a:pPr algn="r" fontAlgn="ctr"/>
                      <a:r>
                        <a:rPr lang="uk-UA" sz="1800" u="none" strike="noStrike" dirty="0">
                          <a:effectLst/>
                        </a:rPr>
                        <a:t>175</a:t>
                      </a:r>
                      <a:endParaRPr lang="uk-U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uk-UA" sz="1800" u="none" strike="noStrike" dirty="0">
                          <a:effectLst/>
                        </a:rPr>
                        <a:t>31</a:t>
                      </a:r>
                      <a:endParaRPr lang="uk-U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57118">
                <a:tc>
                  <a:txBody>
                    <a:bodyPr/>
                    <a:lstStyle/>
                    <a:p>
                      <a:pPr algn="r" fontAlgn="ctr"/>
                      <a:r>
                        <a:rPr lang="uk-UA" sz="1800" u="none" strike="noStrike" dirty="0">
                          <a:effectLst/>
                        </a:rPr>
                        <a:t>168.2</a:t>
                      </a:r>
                      <a:endParaRPr lang="uk-U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uk-UA" sz="1800" u="none" strike="noStrike" dirty="0">
                          <a:effectLst/>
                        </a:rPr>
                        <a:t>29</a:t>
                      </a:r>
                      <a:endParaRPr lang="uk-U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40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</a:t>
            </a:r>
            <a:r>
              <a:rPr lang="en-US" dirty="0" smtClean="0"/>
              <a:t>data</a:t>
            </a: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4389"/>
          <a:stretch/>
        </p:blipFill>
        <p:spPr>
          <a:xfrm>
            <a:off x="1492369" y="1071938"/>
            <a:ext cx="7560144" cy="39313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Рукописный ввод 6"/>
              <p14:cNvContentPartPr/>
              <p14:nvPr/>
            </p14:nvContentPartPr>
            <p14:xfrm>
              <a:off x="1768918" y="2078165"/>
              <a:ext cx="655560" cy="31320"/>
            </p14:xfrm>
          </p:contentPart>
        </mc:Choice>
        <mc:Fallback xmlns="">
          <p:pic>
            <p:nvPicPr>
              <p:cNvPr id="7" name="Рукописный ввод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0678" y="1982405"/>
                <a:ext cx="7516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Рукописный ввод 7"/>
              <p14:cNvContentPartPr/>
              <p14:nvPr/>
            </p14:nvContentPartPr>
            <p14:xfrm>
              <a:off x="1760278" y="2725445"/>
              <a:ext cx="672840" cy="46800"/>
            </p14:xfrm>
          </p:contentPart>
        </mc:Choice>
        <mc:Fallback xmlns="">
          <p:pic>
            <p:nvPicPr>
              <p:cNvPr id="8" name="Рукописный ввод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2038" y="2629685"/>
                <a:ext cx="76896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Рукописный ввод 8"/>
              <p14:cNvContentPartPr/>
              <p14:nvPr/>
            </p14:nvContentPartPr>
            <p14:xfrm>
              <a:off x="1760278" y="3830285"/>
              <a:ext cx="612360" cy="720"/>
            </p14:xfrm>
          </p:contentPart>
        </mc:Choice>
        <mc:Fallback xmlns="">
          <p:pic>
            <p:nvPicPr>
              <p:cNvPr id="9" name="Рукописный ввод 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12038" y="3734165"/>
                <a:ext cx="7084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Рукописный ввод 9"/>
              <p14:cNvContentPartPr/>
              <p14:nvPr/>
            </p14:nvContentPartPr>
            <p14:xfrm>
              <a:off x="1777558" y="4494485"/>
              <a:ext cx="612360" cy="16560"/>
            </p14:xfrm>
          </p:contentPart>
        </mc:Choice>
        <mc:Fallback xmlns="">
          <p:pic>
            <p:nvPicPr>
              <p:cNvPr id="10" name="Рукописный ввод 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29318" y="4398365"/>
                <a:ext cx="70848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0" name="Рукописный ввод 29"/>
              <p14:cNvContentPartPr/>
              <p14:nvPr/>
            </p14:nvContentPartPr>
            <p14:xfrm>
              <a:off x="4226638" y="2613845"/>
              <a:ext cx="548280" cy="245880"/>
            </p14:xfrm>
          </p:contentPart>
        </mc:Choice>
        <mc:Fallback xmlns="">
          <p:pic>
            <p:nvPicPr>
              <p:cNvPr id="30" name="Рукописный ввод 29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14758" y="2601965"/>
                <a:ext cx="57204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7" name="Рукописный ввод 36"/>
              <p14:cNvContentPartPr/>
              <p14:nvPr/>
            </p14:nvContentPartPr>
            <p14:xfrm>
              <a:off x="4226998" y="3493685"/>
              <a:ext cx="539640" cy="906120"/>
            </p14:xfrm>
          </p:contentPart>
        </mc:Choice>
        <mc:Fallback xmlns="">
          <p:pic>
            <p:nvPicPr>
              <p:cNvPr id="37" name="Рукописный ввод 36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15118" y="3481805"/>
                <a:ext cx="563400" cy="9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8" name="Рукописный ввод 37"/>
              <p14:cNvContentPartPr/>
              <p14:nvPr/>
            </p14:nvContentPartPr>
            <p14:xfrm>
              <a:off x="4261558" y="3700685"/>
              <a:ext cx="483480" cy="690480"/>
            </p14:xfrm>
          </p:contentPart>
        </mc:Choice>
        <mc:Fallback xmlns="">
          <p:pic>
            <p:nvPicPr>
              <p:cNvPr id="38" name="Рукописный ввод 37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49678" y="3688805"/>
                <a:ext cx="507240" cy="71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1" name="Рукописный ввод 40"/>
              <p14:cNvContentPartPr/>
              <p14:nvPr/>
            </p14:nvContentPartPr>
            <p14:xfrm>
              <a:off x="1759918" y="4026485"/>
              <a:ext cx="569520" cy="14400"/>
            </p14:xfrm>
          </p:contentPart>
        </mc:Choice>
        <mc:Fallback xmlns="">
          <p:pic>
            <p:nvPicPr>
              <p:cNvPr id="41" name="Рукописный ввод 40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99798" y="3906245"/>
                <a:ext cx="6897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2" name="Рукописный ввод 41"/>
              <p14:cNvContentPartPr/>
              <p14:nvPr/>
            </p14:nvContentPartPr>
            <p14:xfrm>
              <a:off x="1793758" y="4695725"/>
              <a:ext cx="406800" cy="32040"/>
            </p14:xfrm>
          </p:contentPart>
        </mc:Choice>
        <mc:Fallback xmlns="">
          <p:pic>
            <p:nvPicPr>
              <p:cNvPr id="42" name="Рукописный ввод 41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733998" y="4575485"/>
                <a:ext cx="52632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4" name="Рукописный ввод 53"/>
              <p14:cNvContentPartPr/>
              <p14:nvPr/>
            </p14:nvContentPartPr>
            <p14:xfrm>
              <a:off x="2311798" y="1932725"/>
              <a:ext cx="2642400" cy="1131120"/>
            </p14:xfrm>
          </p:contentPart>
        </mc:Choice>
        <mc:Fallback xmlns="">
          <p:pic>
            <p:nvPicPr>
              <p:cNvPr id="54" name="Рукописный ввод 53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299918" y="1920845"/>
                <a:ext cx="2666160" cy="11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4" name="Рукописный ввод 63"/>
              <p14:cNvContentPartPr/>
              <p14:nvPr/>
            </p14:nvContentPartPr>
            <p14:xfrm>
              <a:off x="1705558" y="2321097"/>
              <a:ext cx="660960" cy="264960"/>
            </p14:xfrm>
          </p:contentPart>
        </mc:Choice>
        <mc:Fallback xmlns="">
          <p:pic>
            <p:nvPicPr>
              <p:cNvPr id="64" name="Рукописный ввод 63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693678" y="2309217"/>
                <a:ext cx="684720" cy="28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782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</a:t>
            </a:r>
            <a:r>
              <a:rPr lang="en-US" dirty="0" smtClean="0"/>
              <a:t>data</a:t>
            </a: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4389"/>
          <a:stretch/>
        </p:blipFill>
        <p:spPr>
          <a:xfrm>
            <a:off x="1492369" y="1071938"/>
            <a:ext cx="7560144" cy="39313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Рукописный ввод 6"/>
              <p14:cNvContentPartPr/>
              <p14:nvPr/>
            </p14:nvContentPartPr>
            <p14:xfrm>
              <a:off x="1768918" y="2078165"/>
              <a:ext cx="655560" cy="31320"/>
            </p14:xfrm>
          </p:contentPart>
        </mc:Choice>
        <mc:Fallback xmlns="">
          <p:pic>
            <p:nvPicPr>
              <p:cNvPr id="7" name="Рукописный ввод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0678" y="1982405"/>
                <a:ext cx="7516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Рукописный ввод 7"/>
              <p14:cNvContentPartPr/>
              <p14:nvPr/>
            </p14:nvContentPartPr>
            <p14:xfrm>
              <a:off x="1760278" y="2725445"/>
              <a:ext cx="672840" cy="46800"/>
            </p14:xfrm>
          </p:contentPart>
        </mc:Choice>
        <mc:Fallback xmlns="">
          <p:pic>
            <p:nvPicPr>
              <p:cNvPr id="8" name="Рукописный ввод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2038" y="2629685"/>
                <a:ext cx="76896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Рукописный ввод 8"/>
              <p14:cNvContentPartPr/>
              <p14:nvPr/>
            </p14:nvContentPartPr>
            <p14:xfrm>
              <a:off x="1760278" y="3830285"/>
              <a:ext cx="612360" cy="720"/>
            </p14:xfrm>
          </p:contentPart>
        </mc:Choice>
        <mc:Fallback xmlns="">
          <p:pic>
            <p:nvPicPr>
              <p:cNvPr id="9" name="Рукописный ввод 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12038" y="3734165"/>
                <a:ext cx="7084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Рукописный ввод 9"/>
              <p14:cNvContentPartPr/>
              <p14:nvPr/>
            </p14:nvContentPartPr>
            <p14:xfrm>
              <a:off x="1777558" y="4494485"/>
              <a:ext cx="612360" cy="16560"/>
            </p14:xfrm>
          </p:contentPart>
        </mc:Choice>
        <mc:Fallback xmlns="">
          <p:pic>
            <p:nvPicPr>
              <p:cNvPr id="10" name="Рукописный ввод 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29318" y="4398365"/>
                <a:ext cx="70848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0" name="Рукописный ввод 29"/>
              <p14:cNvContentPartPr/>
              <p14:nvPr/>
            </p14:nvContentPartPr>
            <p14:xfrm>
              <a:off x="4226638" y="2613845"/>
              <a:ext cx="548280" cy="245880"/>
            </p14:xfrm>
          </p:contentPart>
        </mc:Choice>
        <mc:Fallback xmlns="">
          <p:pic>
            <p:nvPicPr>
              <p:cNvPr id="30" name="Рукописный ввод 29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14758" y="2601965"/>
                <a:ext cx="57204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7" name="Рукописный ввод 36"/>
              <p14:cNvContentPartPr/>
              <p14:nvPr/>
            </p14:nvContentPartPr>
            <p14:xfrm>
              <a:off x="4226998" y="3493685"/>
              <a:ext cx="539640" cy="906120"/>
            </p14:xfrm>
          </p:contentPart>
        </mc:Choice>
        <mc:Fallback xmlns="">
          <p:pic>
            <p:nvPicPr>
              <p:cNvPr id="37" name="Рукописный ввод 36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15118" y="3481805"/>
                <a:ext cx="563400" cy="9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8" name="Рукописный ввод 37"/>
              <p14:cNvContentPartPr/>
              <p14:nvPr/>
            </p14:nvContentPartPr>
            <p14:xfrm>
              <a:off x="4261558" y="3700685"/>
              <a:ext cx="483480" cy="690480"/>
            </p14:xfrm>
          </p:contentPart>
        </mc:Choice>
        <mc:Fallback xmlns="">
          <p:pic>
            <p:nvPicPr>
              <p:cNvPr id="38" name="Рукописный ввод 37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49678" y="3688805"/>
                <a:ext cx="507240" cy="71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1" name="Рукописный ввод 40"/>
              <p14:cNvContentPartPr/>
              <p14:nvPr/>
            </p14:nvContentPartPr>
            <p14:xfrm>
              <a:off x="1759918" y="4026485"/>
              <a:ext cx="569520" cy="14400"/>
            </p14:xfrm>
          </p:contentPart>
        </mc:Choice>
        <mc:Fallback xmlns="">
          <p:pic>
            <p:nvPicPr>
              <p:cNvPr id="41" name="Рукописный ввод 40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99798" y="3906245"/>
                <a:ext cx="6897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2" name="Рукописный ввод 41"/>
              <p14:cNvContentPartPr/>
              <p14:nvPr/>
            </p14:nvContentPartPr>
            <p14:xfrm>
              <a:off x="1793758" y="4695725"/>
              <a:ext cx="406800" cy="32040"/>
            </p14:xfrm>
          </p:contentPart>
        </mc:Choice>
        <mc:Fallback xmlns="">
          <p:pic>
            <p:nvPicPr>
              <p:cNvPr id="42" name="Рукописный ввод 41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733998" y="4575485"/>
                <a:ext cx="52632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4" name="Рукописный ввод 53"/>
              <p14:cNvContentPartPr/>
              <p14:nvPr/>
            </p14:nvContentPartPr>
            <p14:xfrm>
              <a:off x="2311798" y="1932725"/>
              <a:ext cx="2642400" cy="1131120"/>
            </p14:xfrm>
          </p:contentPart>
        </mc:Choice>
        <mc:Fallback xmlns="">
          <p:pic>
            <p:nvPicPr>
              <p:cNvPr id="54" name="Рукописный ввод 53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299918" y="1920845"/>
                <a:ext cx="2666160" cy="11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4" name="Рукописный ввод 63"/>
              <p14:cNvContentPartPr/>
              <p14:nvPr/>
            </p14:nvContentPartPr>
            <p14:xfrm>
              <a:off x="1705558" y="2321097"/>
              <a:ext cx="660960" cy="264960"/>
            </p14:xfrm>
          </p:contentPart>
        </mc:Choice>
        <mc:Fallback xmlns="">
          <p:pic>
            <p:nvPicPr>
              <p:cNvPr id="64" name="Рукописный ввод 63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693678" y="2309217"/>
                <a:ext cx="684720" cy="2887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808713"/>
              </p:ext>
            </p:extLst>
          </p:nvPr>
        </p:nvGraphicFramePr>
        <p:xfrm>
          <a:off x="3165888" y="5072330"/>
          <a:ext cx="3709364" cy="151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7341"/>
                <a:gridCol w="927341"/>
                <a:gridCol w="927341"/>
                <a:gridCol w="927341"/>
              </a:tblGrid>
              <a:tr h="362312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400" b="1" u="none" strike="noStrike" dirty="0">
                          <a:effectLst/>
                        </a:rPr>
                        <a:t>Age</a:t>
                      </a:r>
                      <a:endParaRPr lang="en-A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400" b="1" u="none" strike="noStrike" dirty="0">
                          <a:effectLst/>
                        </a:rPr>
                        <a:t>Height</a:t>
                      </a:r>
                      <a:endParaRPr lang="en-A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400" b="1" u="none" strike="noStrike" dirty="0">
                          <a:effectLst/>
                        </a:rPr>
                        <a:t>Country</a:t>
                      </a:r>
                      <a:endParaRPr lang="en-A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400" b="1" u="none" strike="noStrike" dirty="0">
                          <a:effectLst/>
                        </a:rPr>
                        <a:t>Satisfaction</a:t>
                      </a:r>
                      <a:endParaRPr lang="en-A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88162">
                <a:tc>
                  <a:txBody>
                    <a:bodyPr/>
                    <a:lstStyle/>
                    <a:p>
                      <a:pPr algn="r" fontAlgn="ctr"/>
                      <a:r>
                        <a:rPr lang="uk-UA" sz="1400" u="none" strike="noStrike">
                          <a:effectLst/>
                        </a:rPr>
                        <a:t>23</a:t>
                      </a:r>
                      <a:endParaRPr lang="uk-U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uk-UA" sz="1400" u="none" strike="noStrike" dirty="0">
                          <a:effectLst/>
                        </a:rPr>
                        <a:t>170.5</a:t>
                      </a:r>
                      <a:endParaRPr lang="uk-U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1400" u="none" strike="noStrike" dirty="0">
                          <a:effectLst/>
                        </a:rPr>
                        <a:t>USA</a:t>
                      </a:r>
                      <a:endParaRPr lang="en-A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1400" u="none" strike="noStrike">
                          <a:effectLst/>
                        </a:rPr>
                        <a:t>Low</a:t>
                      </a:r>
                      <a:endParaRPr lang="en-A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88162">
                <a:tc>
                  <a:txBody>
                    <a:bodyPr/>
                    <a:lstStyle/>
                    <a:p>
                      <a:pPr algn="r" fontAlgn="ctr"/>
                      <a:r>
                        <a:rPr lang="uk-UA" sz="1400" u="none" strike="noStrike">
                          <a:effectLst/>
                        </a:rPr>
                        <a:t>25</a:t>
                      </a:r>
                      <a:endParaRPr lang="uk-U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uk-UA" sz="1400" u="none" strike="noStrike">
                          <a:effectLst/>
                        </a:rPr>
                        <a:t>180.3</a:t>
                      </a:r>
                      <a:endParaRPr lang="uk-U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1400" u="none" strike="noStrike" dirty="0">
                          <a:effectLst/>
                        </a:rPr>
                        <a:t>UK</a:t>
                      </a:r>
                      <a:endParaRPr lang="en-A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1400" u="none" strike="noStrike">
                          <a:effectLst/>
                        </a:rPr>
                        <a:t>High</a:t>
                      </a:r>
                      <a:endParaRPr lang="en-A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88162">
                <a:tc>
                  <a:txBody>
                    <a:bodyPr/>
                    <a:lstStyle/>
                    <a:p>
                      <a:pPr algn="r" fontAlgn="ctr"/>
                      <a:r>
                        <a:rPr lang="uk-UA" sz="1400" u="none" strike="noStrike">
                          <a:effectLst/>
                        </a:rPr>
                        <a:t>31</a:t>
                      </a:r>
                      <a:endParaRPr lang="uk-U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uk-UA" sz="1400" u="none" strike="noStrike">
                          <a:effectLst/>
                        </a:rPr>
                        <a:t>175</a:t>
                      </a:r>
                      <a:endParaRPr lang="uk-U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1400" u="none" strike="noStrike" dirty="0">
                          <a:effectLst/>
                        </a:rPr>
                        <a:t>USA</a:t>
                      </a:r>
                      <a:endParaRPr lang="en-A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1400" u="none" strike="noStrike" dirty="0">
                          <a:effectLst/>
                        </a:rPr>
                        <a:t>Medium</a:t>
                      </a:r>
                      <a:endParaRPr lang="en-A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88162">
                <a:tc>
                  <a:txBody>
                    <a:bodyPr/>
                    <a:lstStyle/>
                    <a:p>
                      <a:pPr algn="r" fontAlgn="ctr"/>
                      <a:r>
                        <a:rPr lang="uk-UA" sz="1400" u="none" strike="noStrike">
                          <a:effectLst/>
                        </a:rPr>
                        <a:t>29</a:t>
                      </a:r>
                      <a:endParaRPr lang="uk-U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uk-UA" sz="1400" u="none" strike="noStrike">
                          <a:effectLst/>
                        </a:rPr>
                        <a:t>168.2</a:t>
                      </a:r>
                      <a:endParaRPr lang="uk-U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1400" u="none" strike="noStrike">
                          <a:effectLst/>
                        </a:rPr>
                        <a:t>DE</a:t>
                      </a:r>
                      <a:endParaRPr lang="en-A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1400" u="none" strike="noStrike" dirty="0">
                          <a:effectLst/>
                        </a:rPr>
                        <a:t>High</a:t>
                      </a:r>
                      <a:endParaRPr lang="en-A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69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</a:t>
            </a:r>
            <a:r>
              <a:rPr lang="en-US" dirty="0" smtClean="0"/>
              <a:t>data</a:t>
            </a:r>
            <a:endParaRPr lang="en-US" dirty="0"/>
          </a:p>
        </p:txBody>
      </p:sp>
      <p:graphicFrame>
        <p:nvGraphicFramePr>
          <p:cNvPr id="3" name="Схема 2"/>
          <p:cNvGraphicFramePr/>
          <p:nvPr/>
        </p:nvGraphicFramePr>
        <p:xfrm>
          <a:off x="1009481" y="1650824"/>
          <a:ext cx="7366958" cy="2492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" name="Rectangle 1"/>
          <p:cNvSpPr txBox="1">
            <a:spLocks noChangeArrowheads="1"/>
          </p:cNvSpPr>
          <p:nvPr/>
        </p:nvSpPr>
        <p:spPr bwMode="auto">
          <a:xfrm>
            <a:off x="652922" y="1208167"/>
            <a:ext cx="73669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uk-UA" sz="18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Outline one more time:</a:t>
            </a:r>
          </a:p>
        </p:txBody>
      </p:sp>
    </p:spTree>
    <p:extLst>
      <p:ext uri="{BB962C8B-B14F-4D97-AF65-F5344CB8AC3E}">
        <p14:creationId xmlns:p14="http://schemas.microsoft.com/office/powerpoint/2010/main" val="415326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</a:t>
            </a:r>
            <a:r>
              <a:rPr lang="en-US" dirty="0" smtClean="0"/>
              <a:t>data</a:t>
            </a:r>
            <a:endParaRPr lang="en-US" dirty="0"/>
          </a:p>
        </p:txBody>
      </p:sp>
      <p:graphicFrame>
        <p:nvGraphicFramePr>
          <p:cNvPr id="3" name="Схема 2"/>
          <p:cNvGraphicFramePr/>
          <p:nvPr/>
        </p:nvGraphicFramePr>
        <p:xfrm>
          <a:off x="1009481" y="1650824"/>
          <a:ext cx="7366958" cy="2492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" name="Rectangle 1"/>
          <p:cNvSpPr txBox="1">
            <a:spLocks noChangeArrowheads="1"/>
          </p:cNvSpPr>
          <p:nvPr/>
        </p:nvSpPr>
        <p:spPr bwMode="auto">
          <a:xfrm>
            <a:off x="765065" y="4150306"/>
            <a:ext cx="73669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uk-UA" sz="18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And </a:t>
            </a:r>
            <a:r>
              <a:rPr lang="en-US" altLang="uk-UA" sz="1800" b="1" dirty="0">
                <a:solidFill>
                  <a:srgbClr val="FF0000"/>
                </a:solidFill>
                <a:latin typeface="Arial" panose="020B0604020202020204" pitchFamily="34" charset="0"/>
              </a:rPr>
              <a:t>that's </a:t>
            </a:r>
            <a:r>
              <a:rPr lang="en-US" altLang="uk-UA" sz="18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it? </a:t>
            </a:r>
          </a:p>
        </p:txBody>
      </p:sp>
    </p:spTree>
    <p:extLst>
      <p:ext uri="{BB962C8B-B14F-4D97-AF65-F5344CB8AC3E}">
        <p14:creationId xmlns:p14="http://schemas.microsoft.com/office/powerpoint/2010/main" val="183796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Types of </a:t>
            </a:r>
            <a:r>
              <a:rPr lang="en-US" dirty="0" smtClean="0"/>
              <a:t>data</a:t>
            </a: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5114"/>
          <a:stretch/>
        </p:blipFill>
        <p:spPr>
          <a:xfrm>
            <a:off x="912888" y="4701396"/>
            <a:ext cx="7560144" cy="12939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7" name="Рукописный ввод 56"/>
              <p14:cNvContentPartPr/>
              <p14:nvPr/>
            </p14:nvContentPartPr>
            <p14:xfrm>
              <a:off x="3669117" y="4732159"/>
              <a:ext cx="660960" cy="264960"/>
            </p14:xfrm>
          </p:contentPart>
        </mc:Choice>
        <mc:Fallback xmlns="">
          <p:pic>
            <p:nvPicPr>
              <p:cNvPr id="57" name="Рукописный ввод 5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57237" y="4720279"/>
                <a:ext cx="68472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8" name="Рукописный ввод 57"/>
              <p14:cNvContentPartPr/>
              <p14:nvPr/>
            </p14:nvContentPartPr>
            <p14:xfrm>
              <a:off x="3642837" y="4994599"/>
              <a:ext cx="496800" cy="213840"/>
            </p14:xfrm>
          </p:contentPart>
        </mc:Choice>
        <mc:Fallback xmlns="">
          <p:pic>
            <p:nvPicPr>
              <p:cNvPr id="58" name="Рукописный ввод 5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30957" y="4982719"/>
                <a:ext cx="5205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9" name="Рукописный ввод 58"/>
              <p14:cNvContentPartPr/>
              <p14:nvPr/>
            </p14:nvContentPartPr>
            <p14:xfrm>
              <a:off x="3673437" y="5451799"/>
              <a:ext cx="517680" cy="216000"/>
            </p14:xfrm>
          </p:contentPart>
        </mc:Choice>
        <mc:Fallback xmlns="">
          <p:pic>
            <p:nvPicPr>
              <p:cNvPr id="59" name="Рукописный ввод 5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61557" y="5439919"/>
                <a:ext cx="54144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0" name="Рукописный ввод 59"/>
              <p14:cNvContentPartPr/>
              <p14:nvPr/>
            </p14:nvContentPartPr>
            <p14:xfrm>
              <a:off x="3647517" y="5244799"/>
              <a:ext cx="360" cy="190080"/>
            </p14:xfrm>
          </p:contentPart>
        </mc:Choice>
        <mc:Fallback xmlns="">
          <p:pic>
            <p:nvPicPr>
              <p:cNvPr id="60" name="Рукописный ввод 5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35637" y="5232919"/>
                <a:ext cx="2412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1" name="Рукописный ввод 60"/>
              <p14:cNvContentPartPr/>
              <p14:nvPr/>
            </p14:nvContentPartPr>
            <p14:xfrm>
              <a:off x="3656157" y="5244799"/>
              <a:ext cx="389520" cy="181440"/>
            </p14:xfrm>
          </p:contentPart>
        </mc:Choice>
        <mc:Fallback xmlns="">
          <p:pic>
            <p:nvPicPr>
              <p:cNvPr id="61" name="Рукописный ввод 6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44277" y="5232919"/>
                <a:ext cx="4132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2" name="Рукописный ввод 61"/>
              <p14:cNvContentPartPr/>
              <p14:nvPr/>
            </p14:nvContentPartPr>
            <p14:xfrm>
              <a:off x="3630237" y="5399959"/>
              <a:ext cx="379800" cy="26280"/>
            </p14:xfrm>
          </p:contentPart>
        </mc:Choice>
        <mc:Fallback xmlns="">
          <p:pic>
            <p:nvPicPr>
              <p:cNvPr id="62" name="Рукописный ввод 6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18357" y="5388079"/>
                <a:ext cx="403560" cy="5004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" name="Схема 2"/>
          <p:cNvGraphicFramePr/>
          <p:nvPr/>
        </p:nvGraphicFramePr>
        <p:xfrm>
          <a:off x="1009481" y="1650824"/>
          <a:ext cx="7366958" cy="2492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sp>
        <p:nvSpPr>
          <p:cNvPr id="11" name="Rectangle 1"/>
          <p:cNvSpPr txBox="1">
            <a:spLocks noChangeArrowheads="1"/>
          </p:cNvSpPr>
          <p:nvPr/>
        </p:nvSpPr>
        <p:spPr bwMode="auto">
          <a:xfrm>
            <a:off x="765065" y="4159981"/>
            <a:ext cx="73669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uk-UA" sz="18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And </a:t>
            </a:r>
            <a:r>
              <a:rPr lang="en-US" altLang="uk-UA" sz="1800" b="1" dirty="0">
                <a:solidFill>
                  <a:srgbClr val="FF0000"/>
                </a:solidFill>
                <a:latin typeface="Arial" panose="020B0604020202020204" pitchFamily="34" charset="0"/>
              </a:rPr>
              <a:t>that's </a:t>
            </a:r>
            <a:r>
              <a:rPr lang="en-US" altLang="uk-UA" sz="18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it? </a:t>
            </a:r>
          </a:p>
        </p:txBody>
      </p:sp>
    </p:spTree>
    <p:extLst>
      <p:ext uri="{BB962C8B-B14F-4D97-AF65-F5344CB8AC3E}">
        <p14:creationId xmlns:p14="http://schemas.microsoft.com/office/powerpoint/2010/main" val="184785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517" y="299110"/>
            <a:ext cx="2303253" cy="154694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Example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200" dirty="0"/>
              <a:t>(Cross-sectional data)</a:t>
            </a:r>
            <a:endParaRPr lang="uk-UA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770" y="152853"/>
            <a:ext cx="6659594" cy="66416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Рукописный ввод 5"/>
              <p14:cNvContentPartPr/>
              <p14:nvPr/>
            </p14:nvContentPartPr>
            <p14:xfrm>
              <a:off x="232438" y="1010045"/>
              <a:ext cx="2159280" cy="751320"/>
            </p14:xfrm>
          </p:contentPart>
        </mc:Choice>
        <mc:Fallback xmlns="">
          <p:pic>
            <p:nvPicPr>
              <p:cNvPr id="6" name="Рукописный ввод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558" y="998165"/>
                <a:ext cx="2183040" cy="77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Рукописный ввод 7"/>
              <p14:cNvContentPartPr/>
              <p14:nvPr/>
            </p14:nvContentPartPr>
            <p14:xfrm>
              <a:off x="2182558" y="526205"/>
              <a:ext cx="1509840" cy="500760"/>
            </p14:xfrm>
          </p:contentPart>
        </mc:Choice>
        <mc:Fallback xmlns="">
          <p:pic>
            <p:nvPicPr>
              <p:cNvPr id="8" name="Рукописный ввод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70678" y="514325"/>
                <a:ext cx="1533600" cy="52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997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31" y="1242204"/>
            <a:ext cx="7576308" cy="4945504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0" y="273231"/>
            <a:ext cx="5814204" cy="96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Example </a:t>
            </a:r>
            <a:r>
              <a:rPr lang="en-US" sz="2200" dirty="0" smtClean="0"/>
              <a:t>(</a:t>
            </a:r>
            <a:r>
              <a:rPr lang="en-AU" sz="2400" dirty="0"/>
              <a:t>Time series data</a:t>
            </a:r>
            <a:r>
              <a:rPr lang="en-US" sz="2200" dirty="0" smtClean="0"/>
              <a:t>)</a:t>
            </a:r>
            <a:endParaRPr lang="uk-UA" sz="2200" dirty="0"/>
          </a:p>
        </p:txBody>
      </p:sp>
    </p:spTree>
    <p:extLst>
      <p:ext uri="{BB962C8B-B14F-4D97-AF65-F5344CB8AC3E}">
        <p14:creationId xmlns:p14="http://schemas.microsoft.com/office/powerpoint/2010/main" val="110160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6051"/>
            <a:ext cx="8229600" cy="1143000"/>
          </a:xfrm>
        </p:spPr>
        <p:txBody>
          <a:bodyPr/>
          <a:lstStyle/>
          <a:p>
            <a:r>
              <a:rPr lang="en-AU" dirty="0" smtClean="0"/>
              <a:t>Data formats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4" y="1587081"/>
            <a:ext cx="7059010" cy="383911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42971" y="5594222"/>
            <a:ext cx="2156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 smtClean="0"/>
              <a:t>JSON</a:t>
            </a:r>
            <a:r>
              <a:rPr lang="en-AU" dirty="0"/>
              <a:t>, SQL, …</a:t>
            </a:r>
          </a:p>
        </p:txBody>
      </p:sp>
    </p:spTree>
    <p:extLst>
      <p:ext uri="{BB962C8B-B14F-4D97-AF65-F5344CB8AC3E}">
        <p14:creationId xmlns:p14="http://schemas.microsoft.com/office/powerpoint/2010/main" val="115584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/>
          <p:cNvGraphicFramePr/>
          <p:nvPr/>
        </p:nvGraphicFramePr>
        <p:xfrm>
          <a:off x="396815" y="2431242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5797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Clean Up Messy Data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14" y="1758946"/>
            <a:ext cx="7217100" cy="272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2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62642"/>
          </a:xfrm>
        </p:spPr>
        <p:txBody>
          <a:bodyPr>
            <a:normAutofit/>
          </a:bodyPr>
          <a:lstStyle/>
          <a:p>
            <a:r>
              <a:rPr lang="en-AU" b="1" dirty="0"/>
              <a:t>Data </a:t>
            </a:r>
            <a:r>
              <a:rPr lang="en-AU" b="1" dirty="0" smtClean="0"/>
              <a:t>Preprocessing </a:t>
            </a:r>
            <a:endParaRPr lang="uk-UA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1441314"/>
              </p:ext>
            </p:extLst>
          </p:nvPr>
        </p:nvGraphicFramePr>
        <p:xfrm>
          <a:off x="457200" y="1457609"/>
          <a:ext cx="8471139" cy="4664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8587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1540" y="1199074"/>
            <a:ext cx="8660919" cy="5227606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5100" dirty="0" smtClean="0"/>
              <a:t>Encoding </a:t>
            </a:r>
            <a:r>
              <a:rPr lang="en-US" sz="5100" dirty="0"/>
              <a:t>categorical </a:t>
            </a:r>
            <a:r>
              <a:rPr lang="uk-UA" altLang="uk-UA" sz="5100" b="1" dirty="0">
                <a:solidFill>
                  <a:schemeClr val="accent1"/>
                </a:solidFill>
                <a:latin typeface="Arial" panose="020B0604020202020204" pitchFamily="34" charset="0"/>
              </a:rPr>
              <a:t>🔠</a:t>
            </a:r>
            <a:r>
              <a:rPr lang="uk-UA" altLang="uk-UA" sz="5100" b="1" dirty="0">
                <a:latin typeface="Arial" panose="020B0604020202020204" pitchFamily="34" charset="0"/>
              </a:rPr>
              <a:t> </a:t>
            </a:r>
            <a:r>
              <a:rPr lang="en-US" sz="5100" dirty="0" smtClean="0"/>
              <a:t>→ numeric </a:t>
            </a:r>
            <a:r>
              <a:rPr lang="en-US" sz="5100" dirty="0" smtClean="0">
                <a:solidFill>
                  <a:srgbClr val="00B0F0"/>
                </a:solidFill>
              </a:rPr>
              <a:t>🔢</a:t>
            </a:r>
            <a:endParaRPr lang="en-US" sz="5100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4400" b="1" dirty="0" smtClean="0"/>
              <a:t>				Label </a:t>
            </a:r>
            <a:r>
              <a:rPr lang="en-US" sz="4400" b="1" dirty="0"/>
              <a:t>Encoding</a:t>
            </a:r>
            <a:r>
              <a:rPr lang="en-US" sz="4400" dirty="0"/>
              <a:t> vs. </a:t>
            </a:r>
            <a:r>
              <a:rPr lang="en-US" sz="4400" b="1" dirty="0"/>
              <a:t>One-Hot Encoding</a:t>
            </a:r>
            <a:endParaRPr lang="en-US" sz="4400" dirty="0"/>
          </a:p>
          <a:p>
            <a:r>
              <a:rPr lang="en-US" dirty="0" smtClean="0"/>
              <a:t> </a:t>
            </a:r>
            <a:r>
              <a:rPr lang="en-US" u="sng" dirty="0" smtClean="0">
                <a:solidFill>
                  <a:srgbClr val="0070C0"/>
                </a:solidFill>
              </a:rPr>
              <a:t>Label Encoding</a:t>
            </a:r>
          </a:p>
          <a:p>
            <a:pPr marL="457200" lvl="1" indent="0">
              <a:buNone/>
            </a:pPr>
            <a:r>
              <a:rPr lang="en-US" dirty="0" smtClean="0"/>
              <a:t>Assigns </a:t>
            </a:r>
            <a:r>
              <a:rPr lang="en-US" dirty="0"/>
              <a:t>each category  </a:t>
            </a:r>
            <a:r>
              <a:rPr lang="uk-UA" altLang="uk-UA" b="1" dirty="0">
                <a:solidFill>
                  <a:schemeClr val="accent1"/>
                </a:solidFill>
                <a:latin typeface="Arial" panose="020B0604020202020204" pitchFamily="34" charset="0"/>
              </a:rPr>
              <a:t>🔠</a:t>
            </a:r>
            <a:r>
              <a:rPr lang="uk-UA" altLang="uk-UA" b="1" dirty="0">
                <a:latin typeface="Arial" panose="020B0604020202020204" pitchFamily="34" charset="0"/>
              </a:rPr>
              <a:t> </a:t>
            </a:r>
            <a:r>
              <a:rPr lang="en-US" dirty="0" smtClean="0"/>
              <a:t>a </a:t>
            </a:r>
            <a:r>
              <a:rPr lang="en-US" dirty="0"/>
              <a:t>unique </a:t>
            </a:r>
            <a:r>
              <a:rPr lang="en-US" dirty="0" smtClean="0"/>
              <a:t>integer </a:t>
            </a:r>
            <a:r>
              <a:rPr lang="en-US" dirty="0" smtClean="0">
                <a:solidFill>
                  <a:srgbClr val="00B0F0"/>
                </a:solidFill>
              </a:rPr>
              <a:t>🔢</a:t>
            </a:r>
            <a:r>
              <a:rPr lang="en-US" dirty="0" smtClean="0"/>
              <a:t> 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/>
              <a:t>Pros: </a:t>
            </a:r>
          </a:p>
          <a:p>
            <a:pPr lvl="2"/>
            <a:r>
              <a:rPr lang="en-US" dirty="0"/>
              <a:t>simple and memory-efficient (only one column)</a:t>
            </a:r>
          </a:p>
          <a:p>
            <a:pPr lvl="2"/>
            <a:r>
              <a:rPr lang="en-US" dirty="0"/>
              <a:t>Works well with ordinal data (where order matters)</a:t>
            </a:r>
          </a:p>
          <a:p>
            <a:pPr lvl="1"/>
            <a:r>
              <a:rPr lang="en-US" b="1" dirty="0"/>
              <a:t>Cons:</a:t>
            </a:r>
          </a:p>
          <a:p>
            <a:pPr lvl="2"/>
            <a:r>
              <a:rPr lang="en-US" dirty="0"/>
              <a:t>Implies ordinal relationships even when none exist (e.g., USA = 0</a:t>
            </a:r>
            <a:r>
              <a:rPr lang="en-US" dirty="0" smtClean="0"/>
              <a:t>, </a:t>
            </a:r>
            <a:r>
              <a:rPr lang="en-US" dirty="0"/>
              <a:t>DE = 2 — but does that mean DE &gt; USA?)</a:t>
            </a:r>
          </a:p>
          <a:p>
            <a:r>
              <a:rPr lang="en-US" u="sng" dirty="0">
                <a:solidFill>
                  <a:srgbClr val="FF0000"/>
                </a:solidFill>
              </a:rPr>
              <a:t>One-Hot Encoding</a:t>
            </a:r>
          </a:p>
          <a:p>
            <a:pPr marL="457200" lvl="1" indent="0">
              <a:buNone/>
            </a:pPr>
            <a:r>
              <a:rPr lang="en-US" dirty="0"/>
              <a:t>Creates a new binary column for each category</a:t>
            </a:r>
            <a:r>
              <a:rPr lang="en-US" dirty="0" smtClean="0"/>
              <a:t>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/>
              <a:t>Pros: </a:t>
            </a:r>
          </a:p>
          <a:p>
            <a:pPr lvl="2"/>
            <a:r>
              <a:rPr lang="en-US" dirty="0"/>
              <a:t>Avoids false ordinal assumptions, </a:t>
            </a:r>
            <a:endParaRPr lang="en-US" dirty="0" smtClean="0"/>
          </a:p>
          <a:p>
            <a:pPr lvl="2"/>
            <a:r>
              <a:rPr lang="en-US" dirty="0" smtClean="0"/>
              <a:t>Ideal </a:t>
            </a:r>
            <a:r>
              <a:rPr lang="en-US" dirty="0"/>
              <a:t>for nominal data (no inherent order) </a:t>
            </a:r>
            <a:r>
              <a:rPr lang="en-US" dirty="0" smtClean="0"/>
              <a:t> </a:t>
            </a:r>
          </a:p>
          <a:p>
            <a:pPr lvl="1"/>
            <a:r>
              <a:rPr lang="en-US" b="1" dirty="0" smtClean="0"/>
              <a:t>Cons</a:t>
            </a:r>
            <a:r>
              <a:rPr lang="en-US" b="1" dirty="0"/>
              <a:t>:</a:t>
            </a:r>
          </a:p>
          <a:p>
            <a:pPr lvl="2"/>
            <a:r>
              <a:rPr lang="en-US" dirty="0"/>
              <a:t>Increases dimensionality (especially with many unique categories) </a:t>
            </a:r>
            <a:endParaRPr lang="en-US" dirty="0" smtClean="0"/>
          </a:p>
          <a:p>
            <a:pPr lvl="2"/>
            <a:r>
              <a:rPr lang="en-US" dirty="0"/>
              <a:t>Can lead to sparse matrices and </a:t>
            </a:r>
            <a:r>
              <a:rPr lang="en-US" dirty="0" err="1"/>
              <a:t>overfitting</a:t>
            </a:r>
            <a:r>
              <a:rPr lang="en-US" dirty="0"/>
              <a:t> in small datasets </a:t>
            </a:r>
          </a:p>
          <a:p>
            <a:pPr marL="914400" lvl="2" indent="0">
              <a:buNone/>
            </a:pPr>
            <a:endParaRPr lang="en-US" dirty="0" smtClean="0"/>
          </a:p>
          <a:p>
            <a:pPr lvl="2"/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lvl="2"/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57200" y="198408"/>
            <a:ext cx="8229600" cy="862642"/>
          </a:xfrm>
        </p:spPr>
        <p:txBody>
          <a:bodyPr>
            <a:normAutofit/>
          </a:bodyPr>
          <a:lstStyle/>
          <a:p>
            <a:r>
              <a:rPr lang="en-US" b="1" dirty="0"/>
              <a:t>Working with Categorical Data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707" y="4028536"/>
            <a:ext cx="3881873" cy="138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05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with Time Series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5838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984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7348"/>
            <a:ext cx="8229600" cy="1143000"/>
          </a:xfrm>
        </p:spPr>
        <p:txBody>
          <a:bodyPr/>
          <a:lstStyle/>
          <a:p>
            <a:r>
              <a:rPr lang="en-AU" b="1" dirty="0"/>
              <a:t>Outcomes &amp; Predictors</a:t>
            </a:r>
            <a:endParaRPr lang="uk-UA" b="1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2656013"/>
              </p:ext>
            </p:extLst>
          </p:nvPr>
        </p:nvGraphicFramePr>
        <p:xfrm>
          <a:off x="244444" y="1095469"/>
          <a:ext cx="8627952" cy="4943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03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8505731" cy="1143000"/>
          </a:xfrm>
        </p:spPr>
        <p:txBody>
          <a:bodyPr>
            <a:normAutofit fontScale="90000"/>
          </a:bodyPr>
          <a:lstStyle/>
          <a:p>
            <a:pPr lvl="0"/>
            <a:r>
              <a:rPr lang="en-US" altLang="uk-UA" b="1" dirty="0" smtClean="0">
                <a:latin typeface="Arial" panose="020B0604020202020204" pitchFamily="34" charset="0"/>
              </a:rPr>
              <a:t>Choosing outcomes vs predictors</a:t>
            </a:r>
            <a:endParaRPr lang="en-US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665253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044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… a </a:t>
            </a:r>
            <a:r>
              <a:rPr lang="en-AU" dirty="0"/>
              <a:t>few more points</a:t>
            </a:r>
            <a:endParaRPr lang="uk-UA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5309270"/>
              </p:ext>
            </p:extLst>
          </p:nvPr>
        </p:nvGraphicFramePr>
        <p:xfrm>
          <a:off x="457200" y="1611517"/>
          <a:ext cx="7890095" cy="3959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224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3971</TotalTime>
  <Words>588</Words>
  <Application>Microsoft Office PowerPoint</Application>
  <PresentationFormat>Экран (4:3)</PresentationFormat>
  <Paragraphs>150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Section 1. Basics of Data Visualization</vt:lpstr>
      <vt:lpstr>Quantitative and Categorical Data</vt:lpstr>
      <vt:lpstr>Example </vt:lpstr>
      <vt:lpstr>Types of data</vt:lpstr>
      <vt:lpstr>Types of data</vt:lpstr>
      <vt:lpstr>Types of data</vt:lpstr>
      <vt:lpstr>Types of data</vt:lpstr>
      <vt:lpstr>Types of data</vt:lpstr>
      <vt:lpstr>Types of data</vt:lpstr>
      <vt:lpstr>Types of data</vt:lpstr>
      <vt:lpstr>Example (Cross-sectional data)</vt:lpstr>
      <vt:lpstr>Презентация PowerPoint</vt:lpstr>
      <vt:lpstr>Data formats</vt:lpstr>
      <vt:lpstr>Презентация PowerPoint</vt:lpstr>
      <vt:lpstr>Clean Up Messy Data</vt:lpstr>
      <vt:lpstr>Data Preprocessing </vt:lpstr>
      <vt:lpstr>Working with Categorical Data</vt:lpstr>
      <vt:lpstr>Working with Time Series</vt:lpstr>
      <vt:lpstr>Outcomes &amp; Predictors</vt:lpstr>
      <vt:lpstr>Choosing outcomes vs predictors</vt:lpstr>
      <vt:lpstr>… a few more points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Александр Леонов</dc:creator>
  <cp:keywords/>
  <dc:description>generated using python-pptx</dc:description>
  <cp:lastModifiedBy>Oleksandr</cp:lastModifiedBy>
  <cp:revision>50</cp:revision>
  <dcterms:created xsi:type="dcterms:W3CDTF">2013-01-27T09:14:16Z</dcterms:created>
  <dcterms:modified xsi:type="dcterms:W3CDTF">2025-09-12T07:08:49Z</dcterms:modified>
  <cp:category/>
</cp:coreProperties>
</file>